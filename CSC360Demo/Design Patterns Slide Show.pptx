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5.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6.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heme/themeOverride7.xml" ContentType="application/vnd.openxmlformats-officedocument.themeOverr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Override8.xml" ContentType="application/vnd.openxmlformats-officedocument.themeOverr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heme/themeOverride9.xml" ContentType="application/vnd.openxmlformats-officedocument.themeOverr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heme/themeOverride10.xml" ContentType="application/vnd.openxmlformats-officedocument.themeOverr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heme/themeOverride11.xml" ContentType="application/vnd.openxmlformats-officedocument.themeOverr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heme/themeOverride12.xml" ContentType="application/vnd.openxmlformats-officedocument.themeOverr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heme/themeOverride36.xml" ContentType="application/vnd.openxmlformats-officedocument.themeOverr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heme/themeOverride37.xml" ContentType="application/vnd.openxmlformats-officedocument.themeOverr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81" r:id="rId2"/>
    <p:sldMasterId id="2147483729" r:id="rId3"/>
    <p:sldMasterId id="2147483748" r:id="rId4"/>
    <p:sldMasterId id="2147483766" r:id="rId5"/>
  </p:sldMasterIdLst>
  <p:notesMasterIdLst>
    <p:notesMasterId r:id="rId281"/>
  </p:notesMasterIdLst>
  <p:sldIdLst>
    <p:sldId id="447" r:id="rId6"/>
    <p:sldId id="256" r:id="rId7"/>
    <p:sldId id="257" r:id="rId8"/>
    <p:sldId id="316" r:id="rId9"/>
    <p:sldId id="258" r:id="rId10"/>
    <p:sldId id="259" r:id="rId11"/>
    <p:sldId id="265" r:id="rId12"/>
    <p:sldId id="266" r:id="rId13"/>
    <p:sldId id="280" r:id="rId14"/>
    <p:sldId id="283" r:id="rId15"/>
    <p:sldId id="269" r:id="rId16"/>
    <p:sldId id="719" r:id="rId17"/>
    <p:sldId id="270" r:id="rId18"/>
    <p:sldId id="271" r:id="rId19"/>
    <p:sldId id="262" r:id="rId20"/>
    <p:sldId id="272" r:id="rId21"/>
    <p:sldId id="263" r:id="rId22"/>
    <p:sldId id="274" r:id="rId23"/>
    <p:sldId id="273" r:id="rId24"/>
    <p:sldId id="264" r:id="rId25"/>
    <p:sldId id="275" r:id="rId26"/>
    <p:sldId id="276" r:id="rId27"/>
    <p:sldId id="277" r:id="rId28"/>
    <p:sldId id="260" r:id="rId29"/>
    <p:sldId id="313" r:id="rId30"/>
    <p:sldId id="281" r:id="rId31"/>
    <p:sldId id="268" r:id="rId32"/>
    <p:sldId id="284" r:id="rId33"/>
    <p:sldId id="720" r:id="rId34"/>
    <p:sldId id="287" r:id="rId35"/>
    <p:sldId id="291" r:id="rId36"/>
    <p:sldId id="295" r:id="rId37"/>
    <p:sldId id="312" r:id="rId38"/>
    <p:sldId id="297" r:id="rId39"/>
    <p:sldId id="299" r:id="rId40"/>
    <p:sldId id="303" r:id="rId41"/>
    <p:sldId id="305" r:id="rId42"/>
    <p:sldId id="309" r:id="rId43"/>
    <p:sldId id="278" r:id="rId44"/>
    <p:sldId id="311" r:id="rId45"/>
    <p:sldId id="267" r:id="rId46"/>
    <p:sldId id="288" r:id="rId47"/>
    <p:sldId id="286" r:id="rId48"/>
    <p:sldId id="289" r:id="rId49"/>
    <p:sldId id="292" r:id="rId50"/>
    <p:sldId id="301" r:id="rId51"/>
    <p:sldId id="304" r:id="rId52"/>
    <p:sldId id="296" r:id="rId53"/>
    <p:sldId id="314" r:id="rId54"/>
    <p:sldId id="298" r:id="rId55"/>
    <p:sldId id="308" r:id="rId56"/>
    <p:sldId id="310" r:id="rId57"/>
    <p:sldId id="317" r:id="rId58"/>
    <p:sldId id="315" r:id="rId59"/>
    <p:sldId id="318" r:id="rId60"/>
    <p:sldId id="319" r:id="rId61"/>
    <p:sldId id="320" r:id="rId62"/>
    <p:sldId id="325" r:id="rId63"/>
    <p:sldId id="331" r:id="rId64"/>
    <p:sldId id="326" r:id="rId65"/>
    <p:sldId id="322" r:id="rId66"/>
    <p:sldId id="323" r:id="rId67"/>
    <p:sldId id="324" r:id="rId68"/>
    <p:sldId id="327" r:id="rId69"/>
    <p:sldId id="328" r:id="rId70"/>
    <p:sldId id="329" r:id="rId71"/>
    <p:sldId id="332" r:id="rId72"/>
    <p:sldId id="333" r:id="rId73"/>
    <p:sldId id="334" r:id="rId74"/>
    <p:sldId id="335" r:id="rId75"/>
    <p:sldId id="282" r:id="rId76"/>
    <p:sldId id="336" r:id="rId77"/>
    <p:sldId id="337" r:id="rId78"/>
    <p:sldId id="338" r:id="rId79"/>
    <p:sldId id="339" r:id="rId80"/>
    <p:sldId id="340" r:id="rId81"/>
    <p:sldId id="341" r:id="rId82"/>
    <p:sldId id="342" r:id="rId83"/>
    <p:sldId id="343" r:id="rId84"/>
    <p:sldId id="344" r:id="rId85"/>
    <p:sldId id="345" r:id="rId86"/>
    <p:sldId id="346" r:id="rId87"/>
    <p:sldId id="721" r:id="rId88"/>
    <p:sldId id="347" r:id="rId89"/>
    <p:sldId id="348" r:id="rId90"/>
    <p:sldId id="364" r:id="rId91"/>
    <p:sldId id="365" r:id="rId92"/>
    <p:sldId id="366" r:id="rId93"/>
    <p:sldId id="367" r:id="rId94"/>
    <p:sldId id="368" r:id="rId95"/>
    <p:sldId id="369" r:id="rId96"/>
    <p:sldId id="370" r:id="rId97"/>
    <p:sldId id="371" r:id="rId98"/>
    <p:sldId id="372" r:id="rId99"/>
    <p:sldId id="374" r:id="rId100"/>
    <p:sldId id="375" r:id="rId101"/>
    <p:sldId id="349" r:id="rId102"/>
    <p:sldId id="350" r:id="rId103"/>
    <p:sldId id="351" r:id="rId104"/>
    <p:sldId id="352" r:id="rId105"/>
    <p:sldId id="353" r:id="rId106"/>
    <p:sldId id="354" r:id="rId107"/>
    <p:sldId id="722" r:id="rId108"/>
    <p:sldId id="355" r:id="rId109"/>
    <p:sldId id="356" r:id="rId110"/>
    <p:sldId id="357" r:id="rId111"/>
    <p:sldId id="358" r:id="rId112"/>
    <p:sldId id="359" r:id="rId113"/>
    <p:sldId id="360" r:id="rId114"/>
    <p:sldId id="361" r:id="rId115"/>
    <p:sldId id="377" r:id="rId116"/>
    <p:sldId id="376" r:id="rId117"/>
    <p:sldId id="362" r:id="rId118"/>
    <p:sldId id="363" r:id="rId119"/>
    <p:sldId id="439" r:id="rId120"/>
    <p:sldId id="440" r:id="rId121"/>
    <p:sldId id="443" r:id="rId122"/>
    <p:sldId id="444" r:id="rId123"/>
    <p:sldId id="445" r:id="rId124"/>
    <p:sldId id="424" r:id="rId125"/>
    <p:sldId id="425" r:id="rId126"/>
    <p:sldId id="426" r:id="rId127"/>
    <p:sldId id="427" r:id="rId128"/>
    <p:sldId id="428" r:id="rId129"/>
    <p:sldId id="429" r:id="rId130"/>
    <p:sldId id="723" r:id="rId131"/>
    <p:sldId id="612" r:id="rId132"/>
    <p:sldId id="431" r:id="rId133"/>
    <p:sldId id="432" r:id="rId134"/>
    <p:sldId id="433" r:id="rId135"/>
    <p:sldId id="434" r:id="rId136"/>
    <p:sldId id="435" r:id="rId137"/>
    <p:sldId id="436" r:id="rId138"/>
    <p:sldId id="437" r:id="rId139"/>
    <p:sldId id="438" r:id="rId140"/>
    <p:sldId id="408" r:id="rId141"/>
    <p:sldId id="378" r:id="rId142"/>
    <p:sldId id="379" r:id="rId143"/>
    <p:sldId id="380" r:id="rId144"/>
    <p:sldId id="381" r:id="rId145"/>
    <p:sldId id="382" r:id="rId146"/>
    <p:sldId id="383" r:id="rId147"/>
    <p:sldId id="384" r:id="rId148"/>
    <p:sldId id="385" r:id="rId149"/>
    <p:sldId id="386" r:id="rId150"/>
    <p:sldId id="387" r:id="rId151"/>
    <p:sldId id="388" r:id="rId152"/>
    <p:sldId id="389" r:id="rId153"/>
    <p:sldId id="390" r:id="rId154"/>
    <p:sldId id="391" r:id="rId155"/>
    <p:sldId id="392" r:id="rId156"/>
    <p:sldId id="393" r:id="rId157"/>
    <p:sldId id="394" r:id="rId158"/>
    <p:sldId id="395" r:id="rId159"/>
    <p:sldId id="396" r:id="rId160"/>
    <p:sldId id="397" r:id="rId161"/>
    <p:sldId id="398" r:id="rId162"/>
    <p:sldId id="399" r:id="rId163"/>
    <p:sldId id="400" r:id="rId164"/>
    <p:sldId id="401" r:id="rId165"/>
    <p:sldId id="402" r:id="rId166"/>
    <p:sldId id="403" r:id="rId167"/>
    <p:sldId id="404" r:id="rId168"/>
    <p:sldId id="405" r:id="rId169"/>
    <p:sldId id="406" r:id="rId170"/>
    <p:sldId id="407" r:id="rId171"/>
    <p:sldId id="441" r:id="rId172"/>
    <p:sldId id="442" r:id="rId173"/>
    <p:sldId id="446" r:id="rId174"/>
    <p:sldId id="409" r:id="rId175"/>
    <p:sldId id="410" r:id="rId176"/>
    <p:sldId id="411" r:id="rId177"/>
    <p:sldId id="412" r:id="rId178"/>
    <p:sldId id="413" r:id="rId179"/>
    <p:sldId id="414" r:id="rId180"/>
    <p:sldId id="415" r:id="rId181"/>
    <p:sldId id="416" r:id="rId182"/>
    <p:sldId id="417" r:id="rId183"/>
    <p:sldId id="418" r:id="rId184"/>
    <p:sldId id="419" r:id="rId185"/>
    <p:sldId id="420" r:id="rId186"/>
    <p:sldId id="421" r:id="rId187"/>
    <p:sldId id="422" r:id="rId188"/>
    <p:sldId id="423" r:id="rId189"/>
    <p:sldId id="613" r:id="rId190"/>
    <p:sldId id="614" r:id="rId191"/>
    <p:sldId id="615" r:id="rId192"/>
    <p:sldId id="616" r:id="rId193"/>
    <p:sldId id="617" r:id="rId194"/>
    <p:sldId id="633" r:id="rId195"/>
    <p:sldId id="634" r:id="rId196"/>
    <p:sldId id="635" r:id="rId197"/>
    <p:sldId id="636" r:id="rId198"/>
    <p:sldId id="637" r:id="rId199"/>
    <p:sldId id="638" r:id="rId200"/>
    <p:sldId id="639" r:id="rId201"/>
    <p:sldId id="640" r:id="rId202"/>
    <p:sldId id="641" r:id="rId203"/>
    <p:sldId id="642" r:id="rId204"/>
    <p:sldId id="658" r:id="rId205"/>
    <p:sldId id="643" r:id="rId206"/>
    <p:sldId id="644" r:id="rId207"/>
    <p:sldId id="645" r:id="rId208"/>
    <p:sldId id="646" r:id="rId209"/>
    <p:sldId id="647" r:id="rId210"/>
    <p:sldId id="648" r:id="rId211"/>
    <p:sldId id="649" r:id="rId212"/>
    <p:sldId id="650" r:id="rId213"/>
    <p:sldId id="651" r:id="rId214"/>
    <p:sldId id="652" r:id="rId215"/>
    <p:sldId id="653" r:id="rId216"/>
    <p:sldId id="654" r:id="rId217"/>
    <p:sldId id="655" r:id="rId218"/>
    <p:sldId id="656" r:id="rId219"/>
    <p:sldId id="657" r:id="rId220"/>
    <p:sldId id="659" r:id="rId221"/>
    <p:sldId id="660" r:id="rId222"/>
    <p:sldId id="661" r:id="rId223"/>
    <p:sldId id="662" r:id="rId224"/>
    <p:sldId id="663" r:id="rId225"/>
    <p:sldId id="664" r:id="rId226"/>
    <p:sldId id="665" r:id="rId227"/>
    <p:sldId id="666" r:id="rId228"/>
    <p:sldId id="667" r:id="rId229"/>
    <p:sldId id="668" r:id="rId230"/>
    <p:sldId id="669" r:id="rId231"/>
    <p:sldId id="670" r:id="rId232"/>
    <p:sldId id="671" r:id="rId233"/>
    <p:sldId id="672" r:id="rId234"/>
    <p:sldId id="673" r:id="rId235"/>
    <p:sldId id="674" r:id="rId236"/>
    <p:sldId id="675" r:id="rId237"/>
    <p:sldId id="676" r:id="rId238"/>
    <p:sldId id="677" r:id="rId239"/>
    <p:sldId id="678" r:id="rId240"/>
    <p:sldId id="679" r:id="rId241"/>
    <p:sldId id="680" r:id="rId242"/>
    <p:sldId id="681" r:id="rId243"/>
    <p:sldId id="682" r:id="rId244"/>
    <p:sldId id="683" r:id="rId245"/>
    <p:sldId id="684" r:id="rId246"/>
    <p:sldId id="685" r:id="rId247"/>
    <p:sldId id="686" r:id="rId248"/>
    <p:sldId id="687" r:id="rId249"/>
    <p:sldId id="688" r:id="rId250"/>
    <p:sldId id="689" r:id="rId251"/>
    <p:sldId id="690" r:id="rId252"/>
    <p:sldId id="691" r:id="rId253"/>
    <p:sldId id="692" r:id="rId254"/>
    <p:sldId id="693" r:id="rId255"/>
    <p:sldId id="694" r:id="rId256"/>
    <p:sldId id="695" r:id="rId257"/>
    <p:sldId id="696" r:id="rId258"/>
    <p:sldId id="697" r:id="rId259"/>
    <p:sldId id="698" r:id="rId260"/>
    <p:sldId id="699" r:id="rId261"/>
    <p:sldId id="700" r:id="rId262"/>
    <p:sldId id="701" r:id="rId263"/>
    <p:sldId id="702" r:id="rId264"/>
    <p:sldId id="703" r:id="rId265"/>
    <p:sldId id="704" r:id="rId266"/>
    <p:sldId id="705" r:id="rId267"/>
    <p:sldId id="706" r:id="rId268"/>
    <p:sldId id="707" r:id="rId269"/>
    <p:sldId id="708" r:id="rId270"/>
    <p:sldId id="709" r:id="rId271"/>
    <p:sldId id="710" r:id="rId272"/>
    <p:sldId id="711" r:id="rId273"/>
    <p:sldId id="712" r:id="rId274"/>
    <p:sldId id="713" r:id="rId275"/>
    <p:sldId id="714" r:id="rId276"/>
    <p:sldId id="715" r:id="rId277"/>
    <p:sldId id="716" r:id="rId278"/>
    <p:sldId id="717" r:id="rId279"/>
    <p:sldId id="718" r:id="rId28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4660"/>
  </p:normalViewPr>
  <p:slideViewPr>
    <p:cSldViewPr snapToGrid="0">
      <p:cViewPr varScale="1">
        <p:scale>
          <a:sx n="103" d="100"/>
          <a:sy n="103" d="100"/>
        </p:scale>
        <p:origin x="21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63" Type="http://schemas.openxmlformats.org/officeDocument/2006/relationships/slide" Target="slides/slide58.xml"/><Relationship Id="rId159" Type="http://schemas.openxmlformats.org/officeDocument/2006/relationships/slide" Target="slides/slide154.xml"/><Relationship Id="rId170" Type="http://schemas.openxmlformats.org/officeDocument/2006/relationships/slide" Target="slides/slide165.xml"/><Relationship Id="rId226" Type="http://schemas.openxmlformats.org/officeDocument/2006/relationships/slide" Target="slides/slide221.xml"/><Relationship Id="rId268" Type="http://schemas.openxmlformats.org/officeDocument/2006/relationships/slide" Target="slides/slide263.xml"/><Relationship Id="rId32" Type="http://schemas.openxmlformats.org/officeDocument/2006/relationships/slide" Target="slides/slide27.xml"/><Relationship Id="rId74" Type="http://schemas.openxmlformats.org/officeDocument/2006/relationships/slide" Target="slides/slide69.xml"/><Relationship Id="rId128" Type="http://schemas.openxmlformats.org/officeDocument/2006/relationships/slide" Target="slides/slide123.xml"/><Relationship Id="rId5" Type="http://schemas.openxmlformats.org/officeDocument/2006/relationships/slideMaster" Target="slideMasters/slideMaster5.xml"/><Relationship Id="rId181" Type="http://schemas.openxmlformats.org/officeDocument/2006/relationships/slide" Target="slides/slide176.xml"/><Relationship Id="rId237" Type="http://schemas.openxmlformats.org/officeDocument/2006/relationships/slide" Target="slides/slide232.xml"/><Relationship Id="rId279" Type="http://schemas.openxmlformats.org/officeDocument/2006/relationships/slide" Target="slides/slide274.xml"/><Relationship Id="rId43" Type="http://schemas.openxmlformats.org/officeDocument/2006/relationships/slide" Target="slides/slide38.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206" Type="http://schemas.openxmlformats.org/officeDocument/2006/relationships/slide" Target="slides/slide201.xml"/><Relationship Id="rId227" Type="http://schemas.openxmlformats.org/officeDocument/2006/relationships/slide" Target="slides/slide222.xml"/><Relationship Id="rId248" Type="http://schemas.openxmlformats.org/officeDocument/2006/relationships/slide" Target="slides/slide243.xml"/><Relationship Id="rId269" Type="http://schemas.openxmlformats.org/officeDocument/2006/relationships/slide" Target="slides/slide264.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280" Type="http://schemas.openxmlformats.org/officeDocument/2006/relationships/slide" Target="slides/slide275.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217" Type="http://schemas.openxmlformats.org/officeDocument/2006/relationships/slide" Target="slides/slide212.xml"/><Relationship Id="rId6" Type="http://schemas.openxmlformats.org/officeDocument/2006/relationships/slide" Target="slides/slide1.xml"/><Relationship Id="rId238" Type="http://schemas.openxmlformats.org/officeDocument/2006/relationships/slide" Target="slides/slide233.xml"/><Relationship Id="rId259" Type="http://schemas.openxmlformats.org/officeDocument/2006/relationships/slide" Target="slides/slide254.xml"/><Relationship Id="rId23" Type="http://schemas.openxmlformats.org/officeDocument/2006/relationships/slide" Target="slides/slide18.xml"/><Relationship Id="rId119" Type="http://schemas.openxmlformats.org/officeDocument/2006/relationships/slide" Target="slides/slide114.xml"/><Relationship Id="rId270" Type="http://schemas.openxmlformats.org/officeDocument/2006/relationships/slide" Target="slides/slide265.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slide" Target="slides/slide202.xml"/><Relationship Id="rId228" Type="http://schemas.openxmlformats.org/officeDocument/2006/relationships/slide" Target="slides/slide223.xml"/><Relationship Id="rId249" Type="http://schemas.openxmlformats.org/officeDocument/2006/relationships/slide" Target="slides/slide244.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281" Type="http://schemas.openxmlformats.org/officeDocument/2006/relationships/notesMaster" Target="notesMasters/notesMaster1.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slide" Target="slides/slide213.xml"/><Relationship Id="rId239" Type="http://schemas.openxmlformats.org/officeDocument/2006/relationships/slide" Target="slides/slide234.xml"/><Relationship Id="rId250" Type="http://schemas.openxmlformats.org/officeDocument/2006/relationships/slide" Target="slides/slide245.xml"/><Relationship Id="rId271" Type="http://schemas.openxmlformats.org/officeDocument/2006/relationships/slide" Target="slides/slide266.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229" Type="http://schemas.openxmlformats.org/officeDocument/2006/relationships/slide" Target="slides/slide224.xml"/><Relationship Id="rId240" Type="http://schemas.openxmlformats.org/officeDocument/2006/relationships/slide" Target="slides/slide235.xml"/><Relationship Id="rId261" Type="http://schemas.openxmlformats.org/officeDocument/2006/relationships/slide" Target="slides/slide256.xml"/><Relationship Id="rId14" Type="http://schemas.openxmlformats.org/officeDocument/2006/relationships/slide" Target="slides/slide9.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282" Type="http://schemas.openxmlformats.org/officeDocument/2006/relationships/presProps" Target="presProps.xml"/><Relationship Id="rId8" Type="http://schemas.openxmlformats.org/officeDocument/2006/relationships/slide" Target="slides/slide3.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219" Type="http://schemas.openxmlformats.org/officeDocument/2006/relationships/slide" Target="slides/slide214.xml"/><Relationship Id="rId230" Type="http://schemas.openxmlformats.org/officeDocument/2006/relationships/slide" Target="slides/slide225.xml"/><Relationship Id="rId251" Type="http://schemas.openxmlformats.org/officeDocument/2006/relationships/slide" Target="slides/slide246.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72" Type="http://schemas.openxmlformats.org/officeDocument/2006/relationships/slide" Target="slides/slide267.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95" Type="http://schemas.openxmlformats.org/officeDocument/2006/relationships/slide" Target="slides/slide190.xml"/><Relationship Id="rId209" Type="http://schemas.openxmlformats.org/officeDocument/2006/relationships/slide" Target="slides/slide204.xml"/><Relationship Id="rId220" Type="http://schemas.openxmlformats.org/officeDocument/2006/relationships/slide" Target="slides/slide215.xml"/><Relationship Id="rId241" Type="http://schemas.openxmlformats.org/officeDocument/2006/relationships/slide" Target="slides/slide23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262" Type="http://schemas.openxmlformats.org/officeDocument/2006/relationships/slide" Target="slides/slide257.xml"/><Relationship Id="rId283" Type="http://schemas.openxmlformats.org/officeDocument/2006/relationships/viewProps" Target="viewProps.xml"/><Relationship Id="rId78" Type="http://schemas.openxmlformats.org/officeDocument/2006/relationships/slide" Target="slides/slide73.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64" Type="http://schemas.openxmlformats.org/officeDocument/2006/relationships/slide" Target="slides/slide159.xml"/><Relationship Id="rId185" Type="http://schemas.openxmlformats.org/officeDocument/2006/relationships/slide" Target="slides/slide180.xml"/><Relationship Id="rId9" Type="http://schemas.openxmlformats.org/officeDocument/2006/relationships/slide" Target="slides/slide4.xml"/><Relationship Id="rId210" Type="http://schemas.openxmlformats.org/officeDocument/2006/relationships/slide" Target="slides/slide205.xml"/><Relationship Id="rId26" Type="http://schemas.openxmlformats.org/officeDocument/2006/relationships/slide" Target="slides/slide21.xml"/><Relationship Id="rId231" Type="http://schemas.openxmlformats.org/officeDocument/2006/relationships/slide" Target="slides/slide226.xml"/><Relationship Id="rId252" Type="http://schemas.openxmlformats.org/officeDocument/2006/relationships/slide" Target="slides/slide247.xml"/><Relationship Id="rId273" Type="http://schemas.openxmlformats.org/officeDocument/2006/relationships/slide" Target="slides/slide268.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242" Type="http://schemas.openxmlformats.org/officeDocument/2006/relationships/slide" Target="slides/slide237.xml"/><Relationship Id="rId263" Type="http://schemas.openxmlformats.org/officeDocument/2006/relationships/slide" Target="slides/slide258.xml"/><Relationship Id="rId284" Type="http://schemas.openxmlformats.org/officeDocument/2006/relationships/theme" Target="theme/theme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32" Type="http://schemas.openxmlformats.org/officeDocument/2006/relationships/slide" Target="slides/slide227.xml"/><Relationship Id="rId253" Type="http://schemas.openxmlformats.org/officeDocument/2006/relationships/slide" Target="slides/slide248.xml"/><Relationship Id="rId274" Type="http://schemas.openxmlformats.org/officeDocument/2006/relationships/slide" Target="slides/slide269.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222" Type="http://schemas.openxmlformats.org/officeDocument/2006/relationships/slide" Target="slides/slide217.xml"/><Relationship Id="rId243" Type="http://schemas.openxmlformats.org/officeDocument/2006/relationships/slide" Target="slides/slide238.xml"/><Relationship Id="rId264" Type="http://schemas.openxmlformats.org/officeDocument/2006/relationships/slide" Target="slides/slide259.xml"/><Relationship Id="rId285" Type="http://schemas.openxmlformats.org/officeDocument/2006/relationships/tableStyles" Target="tableStyles.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slideMaster" Target="slideMasters/slideMaster1.xml"/><Relationship Id="rId212" Type="http://schemas.openxmlformats.org/officeDocument/2006/relationships/slide" Target="slides/slide207.xml"/><Relationship Id="rId233" Type="http://schemas.openxmlformats.org/officeDocument/2006/relationships/slide" Target="slides/slide228.xml"/><Relationship Id="rId254" Type="http://schemas.openxmlformats.org/officeDocument/2006/relationships/slide" Target="slides/slide249.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275" Type="http://schemas.openxmlformats.org/officeDocument/2006/relationships/slide" Target="slides/slide270.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slide" Target="slides/slide197.xml"/><Relationship Id="rId223" Type="http://schemas.openxmlformats.org/officeDocument/2006/relationships/slide" Target="slides/slide218.xml"/><Relationship Id="rId244" Type="http://schemas.openxmlformats.org/officeDocument/2006/relationships/slide" Target="slides/slide239.xml"/><Relationship Id="rId18" Type="http://schemas.openxmlformats.org/officeDocument/2006/relationships/slide" Target="slides/slide13.xml"/><Relationship Id="rId39" Type="http://schemas.openxmlformats.org/officeDocument/2006/relationships/slide" Target="slides/slide34.xml"/><Relationship Id="rId265" Type="http://schemas.openxmlformats.org/officeDocument/2006/relationships/slide" Target="slides/slide260.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34" Type="http://schemas.openxmlformats.org/officeDocument/2006/relationships/slide" Target="slides/slide229.xml"/><Relationship Id="rId2" Type="http://schemas.openxmlformats.org/officeDocument/2006/relationships/slideMaster" Target="slideMasters/slideMaster2.xml"/><Relationship Id="rId29" Type="http://schemas.openxmlformats.org/officeDocument/2006/relationships/slide" Target="slides/slide24.xml"/><Relationship Id="rId255" Type="http://schemas.openxmlformats.org/officeDocument/2006/relationships/slide" Target="slides/slide250.xml"/><Relationship Id="rId276" Type="http://schemas.openxmlformats.org/officeDocument/2006/relationships/slide" Target="slides/slide271.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245" Type="http://schemas.openxmlformats.org/officeDocument/2006/relationships/slide" Target="slides/slide240.xml"/><Relationship Id="rId266" Type="http://schemas.openxmlformats.org/officeDocument/2006/relationships/slide" Target="slides/slide261.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slideMaster" Target="slideMasters/slideMaster3.xml"/><Relationship Id="rId214" Type="http://schemas.openxmlformats.org/officeDocument/2006/relationships/slide" Target="slides/slide209.xml"/><Relationship Id="rId235" Type="http://schemas.openxmlformats.org/officeDocument/2006/relationships/slide" Target="slides/slide230.xml"/><Relationship Id="rId256" Type="http://schemas.openxmlformats.org/officeDocument/2006/relationships/slide" Target="slides/slide251.xml"/><Relationship Id="rId277" Type="http://schemas.openxmlformats.org/officeDocument/2006/relationships/slide" Target="slides/slide27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179" Type="http://schemas.openxmlformats.org/officeDocument/2006/relationships/slide" Target="slides/slide174.xml"/><Relationship Id="rId190" Type="http://schemas.openxmlformats.org/officeDocument/2006/relationships/slide" Target="slides/slide185.xml"/><Relationship Id="rId204" Type="http://schemas.openxmlformats.org/officeDocument/2006/relationships/slide" Target="slides/slide199.xml"/><Relationship Id="rId225" Type="http://schemas.openxmlformats.org/officeDocument/2006/relationships/slide" Target="slides/slide220.xml"/><Relationship Id="rId246" Type="http://schemas.openxmlformats.org/officeDocument/2006/relationships/slide" Target="slides/slide241.xml"/><Relationship Id="rId267" Type="http://schemas.openxmlformats.org/officeDocument/2006/relationships/slide" Target="slides/slide26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94" Type="http://schemas.openxmlformats.org/officeDocument/2006/relationships/slide" Target="slides/slide89.xml"/><Relationship Id="rId148" Type="http://schemas.openxmlformats.org/officeDocument/2006/relationships/slide" Target="slides/slide143.xml"/><Relationship Id="rId169" Type="http://schemas.openxmlformats.org/officeDocument/2006/relationships/slide" Target="slides/slide164.xml"/><Relationship Id="rId4" Type="http://schemas.openxmlformats.org/officeDocument/2006/relationships/slideMaster" Target="slideMasters/slideMaster4.xml"/><Relationship Id="rId180" Type="http://schemas.openxmlformats.org/officeDocument/2006/relationships/slide" Target="slides/slide175.xml"/><Relationship Id="rId215" Type="http://schemas.openxmlformats.org/officeDocument/2006/relationships/slide" Target="slides/slide210.xml"/><Relationship Id="rId236" Type="http://schemas.openxmlformats.org/officeDocument/2006/relationships/slide" Target="slides/slide231.xml"/><Relationship Id="rId257" Type="http://schemas.openxmlformats.org/officeDocument/2006/relationships/slide" Target="slides/slide252.xml"/><Relationship Id="rId278" Type="http://schemas.openxmlformats.org/officeDocument/2006/relationships/slide" Target="slides/slide273.xml"/><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107" Type="http://schemas.openxmlformats.org/officeDocument/2006/relationships/slide" Target="slides/slide102.xml"/><Relationship Id="rId11" Type="http://schemas.openxmlformats.org/officeDocument/2006/relationships/slide" Target="slides/slide6.xml"/><Relationship Id="rId53" Type="http://schemas.openxmlformats.org/officeDocument/2006/relationships/slide" Target="slides/slide48.xml"/><Relationship Id="rId149" Type="http://schemas.openxmlformats.org/officeDocument/2006/relationships/slide" Target="slides/slide144.xml"/><Relationship Id="rId95" Type="http://schemas.openxmlformats.org/officeDocument/2006/relationships/slide" Target="slides/slide90.xml"/><Relationship Id="rId160" Type="http://schemas.openxmlformats.org/officeDocument/2006/relationships/slide" Target="slides/slide155.xml"/><Relationship Id="rId216" Type="http://schemas.openxmlformats.org/officeDocument/2006/relationships/slide" Target="slides/slide211.xml"/><Relationship Id="rId258" Type="http://schemas.openxmlformats.org/officeDocument/2006/relationships/slide" Target="slides/slide253.xml"/><Relationship Id="rId22" Type="http://schemas.openxmlformats.org/officeDocument/2006/relationships/slide" Target="slides/slide17.xml"/><Relationship Id="rId64" Type="http://schemas.openxmlformats.org/officeDocument/2006/relationships/slide" Target="slides/slide59.xml"/><Relationship Id="rId118" Type="http://schemas.openxmlformats.org/officeDocument/2006/relationships/slide" Target="slides/slide113.xml"/></Relationships>
</file>

<file path=ppt/diagrams/_rels/data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ata1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1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ata13.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37.svg"/><Relationship Id="rId4" Type="http://schemas.openxmlformats.org/officeDocument/2006/relationships/image" Target="../media/image45.svg"/><Relationship Id="rId9" Type="http://schemas.openxmlformats.org/officeDocument/2006/relationships/image" Target="../media/image36.png"/></Relationships>
</file>

<file path=ppt/diagrams/_rels/data14.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sv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4" Type="http://schemas.openxmlformats.org/officeDocument/2006/relationships/image" Target="../media/image25.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4" Type="http://schemas.openxmlformats.org/officeDocument/2006/relationships/image" Target="../media/image37.svg"/></Relationships>
</file>

<file path=ppt/diagrams/_rels/drawing13.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37.svg"/><Relationship Id="rId4" Type="http://schemas.openxmlformats.org/officeDocument/2006/relationships/image" Target="../media/image45.svg"/><Relationship Id="rId9" Type="http://schemas.openxmlformats.org/officeDocument/2006/relationships/image" Target="../media/image36.png"/></Relationships>
</file>

<file path=ppt/diagrams/_rels/drawing14.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sv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0E8BEA-CC72-4D3F-99DA-71EE70463FFF}"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99FAF94C-1481-4071-86A2-CF3E7C66210D}">
      <dgm:prSet/>
      <dgm:spPr/>
      <dgm:t>
        <a:bodyPr/>
        <a:lstStyle/>
        <a:p>
          <a:r>
            <a:rPr lang="en-US"/>
            <a:t>Presentation Layer</a:t>
          </a:r>
        </a:p>
      </dgm:t>
    </dgm:pt>
    <dgm:pt modelId="{CB165670-B18A-4A70-80A3-C3D999AF7429}" type="parTrans" cxnId="{CE4222C0-2915-49B5-ACB2-DFD89E646B78}">
      <dgm:prSet/>
      <dgm:spPr/>
      <dgm:t>
        <a:bodyPr/>
        <a:lstStyle/>
        <a:p>
          <a:endParaRPr lang="en-US"/>
        </a:p>
      </dgm:t>
    </dgm:pt>
    <dgm:pt modelId="{AC30F21D-D8B5-49DC-9473-D25EFF55DEA0}" type="sibTrans" cxnId="{CE4222C0-2915-49B5-ACB2-DFD89E646B78}">
      <dgm:prSet/>
      <dgm:spPr/>
      <dgm:t>
        <a:bodyPr/>
        <a:lstStyle/>
        <a:p>
          <a:endParaRPr lang="en-US"/>
        </a:p>
      </dgm:t>
    </dgm:pt>
    <dgm:pt modelId="{2E0D9256-0DD0-48F9-AD5C-0D3DF30CDE6F}">
      <dgm:prSet/>
      <dgm:spPr/>
      <dgm:t>
        <a:bodyPr/>
        <a:lstStyle/>
        <a:p>
          <a:r>
            <a:rPr lang="en-US"/>
            <a:t>Business Logic Layer</a:t>
          </a:r>
        </a:p>
      </dgm:t>
    </dgm:pt>
    <dgm:pt modelId="{6F640E04-B0DC-45DA-84CB-015C307FFABC}" type="parTrans" cxnId="{696E028B-A989-44F5-BAD9-3E38BC4FBF78}">
      <dgm:prSet/>
      <dgm:spPr/>
      <dgm:t>
        <a:bodyPr/>
        <a:lstStyle/>
        <a:p>
          <a:endParaRPr lang="en-US"/>
        </a:p>
      </dgm:t>
    </dgm:pt>
    <dgm:pt modelId="{848139B3-8A59-482C-A205-BFE005DC0957}" type="sibTrans" cxnId="{696E028B-A989-44F5-BAD9-3E38BC4FBF78}">
      <dgm:prSet/>
      <dgm:spPr/>
      <dgm:t>
        <a:bodyPr/>
        <a:lstStyle/>
        <a:p>
          <a:endParaRPr lang="en-US"/>
        </a:p>
      </dgm:t>
    </dgm:pt>
    <dgm:pt modelId="{D52A102D-1947-41CD-8505-2687EE4B3451}">
      <dgm:prSet/>
      <dgm:spPr/>
      <dgm:t>
        <a:bodyPr/>
        <a:lstStyle/>
        <a:p>
          <a:r>
            <a:rPr lang="en-US"/>
            <a:t>Data Access Layer</a:t>
          </a:r>
        </a:p>
      </dgm:t>
    </dgm:pt>
    <dgm:pt modelId="{8A5723C6-D663-4BA0-8B4E-72BF483F14E7}" type="parTrans" cxnId="{217FC9A1-EE3D-490B-9EAF-57CCD53A8CAF}">
      <dgm:prSet/>
      <dgm:spPr/>
      <dgm:t>
        <a:bodyPr/>
        <a:lstStyle/>
        <a:p>
          <a:endParaRPr lang="en-US"/>
        </a:p>
      </dgm:t>
    </dgm:pt>
    <dgm:pt modelId="{F7173718-F0FF-4FA7-A50C-33A8A01FDF86}" type="sibTrans" cxnId="{217FC9A1-EE3D-490B-9EAF-57CCD53A8CAF}">
      <dgm:prSet/>
      <dgm:spPr/>
      <dgm:t>
        <a:bodyPr/>
        <a:lstStyle/>
        <a:p>
          <a:endParaRPr lang="en-US"/>
        </a:p>
      </dgm:t>
    </dgm:pt>
    <dgm:pt modelId="{FF57822F-146F-4AD3-A778-D5210846F178}">
      <dgm:prSet/>
      <dgm:spPr/>
      <dgm:t>
        <a:bodyPr/>
        <a:lstStyle/>
        <a:p>
          <a:r>
            <a:rPr lang="en-US"/>
            <a:t>Database Layer</a:t>
          </a:r>
        </a:p>
      </dgm:t>
    </dgm:pt>
    <dgm:pt modelId="{5BCB6018-8AC1-4DAC-80EB-BEA08424407E}" type="parTrans" cxnId="{168F7F12-7B10-4CCD-940C-CF18CFB7EA1A}">
      <dgm:prSet/>
      <dgm:spPr/>
      <dgm:t>
        <a:bodyPr/>
        <a:lstStyle/>
        <a:p>
          <a:endParaRPr lang="en-US"/>
        </a:p>
      </dgm:t>
    </dgm:pt>
    <dgm:pt modelId="{B9F96A5D-3198-4C51-B738-205DB57B00EC}" type="sibTrans" cxnId="{168F7F12-7B10-4CCD-940C-CF18CFB7EA1A}">
      <dgm:prSet/>
      <dgm:spPr/>
      <dgm:t>
        <a:bodyPr/>
        <a:lstStyle/>
        <a:p>
          <a:endParaRPr lang="en-US"/>
        </a:p>
      </dgm:t>
    </dgm:pt>
    <dgm:pt modelId="{4E8F2526-E3E8-4706-B83A-E9D455001510}" type="pres">
      <dgm:prSet presAssocID="{070E8BEA-CC72-4D3F-99DA-71EE70463FFF}" presName="vert0" presStyleCnt="0">
        <dgm:presLayoutVars>
          <dgm:dir/>
          <dgm:animOne val="branch"/>
          <dgm:animLvl val="lvl"/>
        </dgm:presLayoutVars>
      </dgm:prSet>
      <dgm:spPr/>
    </dgm:pt>
    <dgm:pt modelId="{D8968F50-2169-42CE-BF7B-CE54A54109CA}" type="pres">
      <dgm:prSet presAssocID="{99FAF94C-1481-4071-86A2-CF3E7C66210D}" presName="thickLine" presStyleLbl="alignNode1" presStyleIdx="0" presStyleCnt="4"/>
      <dgm:spPr/>
    </dgm:pt>
    <dgm:pt modelId="{2B007BE3-5F09-4D33-B5F2-36CFA1410AAA}" type="pres">
      <dgm:prSet presAssocID="{99FAF94C-1481-4071-86A2-CF3E7C66210D}" presName="horz1" presStyleCnt="0"/>
      <dgm:spPr/>
    </dgm:pt>
    <dgm:pt modelId="{FE5C6BDE-C0AA-4ED6-A8EB-7F78AE4B0E80}" type="pres">
      <dgm:prSet presAssocID="{99FAF94C-1481-4071-86A2-CF3E7C66210D}" presName="tx1" presStyleLbl="revTx" presStyleIdx="0" presStyleCnt="4"/>
      <dgm:spPr/>
    </dgm:pt>
    <dgm:pt modelId="{F5DE6879-BF86-4E51-B01E-0FEE60342CB7}" type="pres">
      <dgm:prSet presAssocID="{99FAF94C-1481-4071-86A2-CF3E7C66210D}" presName="vert1" presStyleCnt="0"/>
      <dgm:spPr/>
    </dgm:pt>
    <dgm:pt modelId="{2AEF929F-18C1-44FA-9D50-58166273CA72}" type="pres">
      <dgm:prSet presAssocID="{2E0D9256-0DD0-48F9-AD5C-0D3DF30CDE6F}" presName="thickLine" presStyleLbl="alignNode1" presStyleIdx="1" presStyleCnt="4"/>
      <dgm:spPr/>
    </dgm:pt>
    <dgm:pt modelId="{FC914A99-1C96-4D1D-B1C5-96C87131FEDA}" type="pres">
      <dgm:prSet presAssocID="{2E0D9256-0DD0-48F9-AD5C-0D3DF30CDE6F}" presName="horz1" presStyleCnt="0"/>
      <dgm:spPr/>
    </dgm:pt>
    <dgm:pt modelId="{67E81E91-5FAA-4E01-895B-D4BA2C69354D}" type="pres">
      <dgm:prSet presAssocID="{2E0D9256-0DD0-48F9-AD5C-0D3DF30CDE6F}" presName="tx1" presStyleLbl="revTx" presStyleIdx="1" presStyleCnt="4"/>
      <dgm:spPr/>
    </dgm:pt>
    <dgm:pt modelId="{312E401E-9B9F-4914-9884-3C6517B866FC}" type="pres">
      <dgm:prSet presAssocID="{2E0D9256-0DD0-48F9-AD5C-0D3DF30CDE6F}" presName="vert1" presStyleCnt="0"/>
      <dgm:spPr/>
    </dgm:pt>
    <dgm:pt modelId="{0C92256C-ABFA-4285-9D7E-F2CF453EC8C0}" type="pres">
      <dgm:prSet presAssocID="{D52A102D-1947-41CD-8505-2687EE4B3451}" presName="thickLine" presStyleLbl="alignNode1" presStyleIdx="2" presStyleCnt="4"/>
      <dgm:spPr/>
    </dgm:pt>
    <dgm:pt modelId="{C27DEEF0-2690-480E-B09E-37D2424DF105}" type="pres">
      <dgm:prSet presAssocID="{D52A102D-1947-41CD-8505-2687EE4B3451}" presName="horz1" presStyleCnt="0"/>
      <dgm:spPr/>
    </dgm:pt>
    <dgm:pt modelId="{D0179E99-26C3-4915-8C2E-AEB21C80E35F}" type="pres">
      <dgm:prSet presAssocID="{D52A102D-1947-41CD-8505-2687EE4B3451}" presName="tx1" presStyleLbl="revTx" presStyleIdx="2" presStyleCnt="4"/>
      <dgm:spPr/>
    </dgm:pt>
    <dgm:pt modelId="{5C9412C0-B49F-4891-9101-E9C5090EDC36}" type="pres">
      <dgm:prSet presAssocID="{D52A102D-1947-41CD-8505-2687EE4B3451}" presName="vert1" presStyleCnt="0"/>
      <dgm:spPr/>
    </dgm:pt>
    <dgm:pt modelId="{8EBCA7D8-5478-417C-B84C-2C484EF4B288}" type="pres">
      <dgm:prSet presAssocID="{FF57822F-146F-4AD3-A778-D5210846F178}" presName="thickLine" presStyleLbl="alignNode1" presStyleIdx="3" presStyleCnt="4"/>
      <dgm:spPr/>
    </dgm:pt>
    <dgm:pt modelId="{61717104-E751-498E-832A-CAA75821542F}" type="pres">
      <dgm:prSet presAssocID="{FF57822F-146F-4AD3-A778-D5210846F178}" presName="horz1" presStyleCnt="0"/>
      <dgm:spPr/>
    </dgm:pt>
    <dgm:pt modelId="{6EEFB4B1-916A-4929-97F9-C4C49D092BB5}" type="pres">
      <dgm:prSet presAssocID="{FF57822F-146F-4AD3-A778-D5210846F178}" presName="tx1" presStyleLbl="revTx" presStyleIdx="3" presStyleCnt="4"/>
      <dgm:spPr/>
    </dgm:pt>
    <dgm:pt modelId="{BB4531A3-C261-45A0-8C91-268854244B6F}" type="pres">
      <dgm:prSet presAssocID="{FF57822F-146F-4AD3-A778-D5210846F178}" presName="vert1" presStyleCnt="0"/>
      <dgm:spPr/>
    </dgm:pt>
  </dgm:ptLst>
  <dgm:cxnLst>
    <dgm:cxn modelId="{168F7F12-7B10-4CCD-940C-CF18CFB7EA1A}" srcId="{070E8BEA-CC72-4D3F-99DA-71EE70463FFF}" destId="{FF57822F-146F-4AD3-A778-D5210846F178}" srcOrd="3" destOrd="0" parTransId="{5BCB6018-8AC1-4DAC-80EB-BEA08424407E}" sibTransId="{B9F96A5D-3198-4C51-B738-205DB57B00EC}"/>
    <dgm:cxn modelId="{EB76F65B-2DD7-421A-AFE1-6E41B7CDC495}" type="presOf" srcId="{2E0D9256-0DD0-48F9-AD5C-0D3DF30CDE6F}" destId="{67E81E91-5FAA-4E01-895B-D4BA2C69354D}" srcOrd="0" destOrd="0" presId="urn:microsoft.com/office/officeart/2008/layout/LinedList"/>
    <dgm:cxn modelId="{8DDF0769-97A1-477A-8883-4DAF7B071FE6}" type="presOf" srcId="{D52A102D-1947-41CD-8505-2687EE4B3451}" destId="{D0179E99-26C3-4915-8C2E-AEB21C80E35F}" srcOrd="0" destOrd="0" presId="urn:microsoft.com/office/officeart/2008/layout/LinedList"/>
    <dgm:cxn modelId="{696E028B-A989-44F5-BAD9-3E38BC4FBF78}" srcId="{070E8BEA-CC72-4D3F-99DA-71EE70463FFF}" destId="{2E0D9256-0DD0-48F9-AD5C-0D3DF30CDE6F}" srcOrd="1" destOrd="0" parTransId="{6F640E04-B0DC-45DA-84CB-015C307FFABC}" sibTransId="{848139B3-8A59-482C-A205-BFE005DC0957}"/>
    <dgm:cxn modelId="{217FC9A1-EE3D-490B-9EAF-57CCD53A8CAF}" srcId="{070E8BEA-CC72-4D3F-99DA-71EE70463FFF}" destId="{D52A102D-1947-41CD-8505-2687EE4B3451}" srcOrd="2" destOrd="0" parTransId="{8A5723C6-D663-4BA0-8B4E-72BF483F14E7}" sibTransId="{F7173718-F0FF-4FA7-A50C-33A8A01FDF86}"/>
    <dgm:cxn modelId="{FBC440BE-760C-45A5-8486-45D62FB14463}" type="presOf" srcId="{FF57822F-146F-4AD3-A778-D5210846F178}" destId="{6EEFB4B1-916A-4929-97F9-C4C49D092BB5}" srcOrd="0" destOrd="0" presId="urn:microsoft.com/office/officeart/2008/layout/LinedList"/>
    <dgm:cxn modelId="{CE4222C0-2915-49B5-ACB2-DFD89E646B78}" srcId="{070E8BEA-CC72-4D3F-99DA-71EE70463FFF}" destId="{99FAF94C-1481-4071-86A2-CF3E7C66210D}" srcOrd="0" destOrd="0" parTransId="{CB165670-B18A-4A70-80A3-C3D999AF7429}" sibTransId="{AC30F21D-D8B5-49DC-9473-D25EFF55DEA0}"/>
    <dgm:cxn modelId="{987927C4-93F9-4D20-9A3C-EECBEC317DDA}" type="presOf" srcId="{070E8BEA-CC72-4D3F-99DA-71EE70463FFF}" destId="{4E8F2526-E3E8-4706-B83A-E9D455001510}" srcOrd="0" destOrd="0" presId="urn:microsoft.com/office/officeart/2008/layout/LinedList"/>
    <dgm:cxn modelId="{3DE811DB-3FFE-4572-9056-84F55018778A}" type="presOf" srcId="{99FAF94C-1481-4071-86A2-CF3E7C66210D}" destId="{FE5C6BDE-C0AA-4ED6-A8EB-7F78AE4B0E80}" srcOrd="0" destOrd="0" presId="urn:microsoft.com/office/officeart/2008/layout/LinedList"/>
    <dgm:cxn modelId="{99613441-07C4-4F51-BA60-574754A6C673}" type="presParOf" srcId="{4E8F2526-E3E8-4706-B83A-E9D455001510}" destId="{D8968F50-2169-42CE-BF7B-CE54A54109CA}" srcOrd="0" destOrd="0" presId="urn:microsoft.com/office/officeart/2008/layout/LinedList"/>
    <dgm:cxn modelId="{DDFC4EFB-B5CF-416F-84DA-7D05011CB730}" type="presParOf" srcId="{4E8F2526-E3E8-4706-B83A-E9D455001510}" destId="{2B007BE3-5F09-4D33-B5F2-36CFA1410AAA}" srcOrd="1" destOrd="0" presId="urn:microsoft.com/office/officeart/2008/layout/LinedList"/>
    <dgm:cxn modelId="{6114F666-3328-4532-9409-2A5E46F63D97}" type="presParOf" srcId="{2B007BE3-5F09-4D33-B5F2-36CFA1410AAA}" destId="{FE5C6BDE-C0AA-4ED6-A8EB-7F78AE4B0E80}" srcOrd="0" destOrd="0" presId="urn:microsoft.com/office/officeart/2008/layout/LinedList"/>
    <dgm:cxn modelId="{6302739D-0669-4E41-A93E-A5B948D47F7E}" type="presParOf" srcId="{2B007BE3-5F09-4D33-B5F2-36CFA1410AAA}" destId="{F5DE6879-BF86-4E51-B01E-0FEE60342CB7}" srcOrd="1" destOrd="0" presId="urn:microsoft.com/office/officeart/2008/layout/LinedList"/>
    <dgm:cxn modelId="{2E31698B-0319-4199-A6C0-26A3518259EF}" type="presParOf" srcId="{4E8F2526-E3E8-4706-B83A-E9D455001510}" destId="{2AEF929F-18C1-44FA-9D50-58166273CA72}" srcOrd="2" destOrd="0" presId="urn:microsoft.com/office/officeart/2008/layout/LinedList"/>
    <dgm:cxn modelId="{6D037269-2F4C-42F3-ACAA-6123690A0460}" type="presParOf" srcId="{4E8F2526-E3E8-4706-B83A-E9D455001510}" destId="{FC914A99-1C96-4D1D-B1C5-96C87131FEDA}" srcOrd="3" destOrd="0" presId="urn:microsoft.com/office/officeart/2008/layout/LinedList"/>
    <dgm:cxn modelId="{2F959953-238C-48AF-B9BA-726E80C4FEDD}" type="presParOf" srcId="{FC914A99-1C96-4D1D-B1C5-96C87131FEDA}" destId="{67E81E91-5FAA-4E01-895B-D4BA2C69354D}" srcOrd="0" destOrd="0" presId="urn:microsoft.com/office/officeart/2008/layout/LinedList"/>
    <dgm:cxn modelId="{92BEDA01-DFE1-4054-82EF-34FAD9BBF889}" type="presParOf" srcId="{FC914A99-1C96-4D1D-B1C5-96C87131FEDA}" destId="{312E401E-9B9F-4914-9884-3C6517B866FC}" srcOrd="1" destOrd="0" presId="urn:microsoft.com/office/officeart/2008/layout/LinedList"/>
    <dgm:cxn modelId="{D9240819-374B-49DE-9A0F-BFFD883B19BB}" type="presParOf" srcId="{4E8F2526-E3E8-4706-B83A-E9D455001510}" destId="{0C92256C-ABFA-4285-9D7E-F2CF453EC8C0}" srcOrd="4" destOrd="0" presId="urn:microsoft.com/office/officeart/2008/layout/LinedList"/>
    <dgm:cxn modelId="{C529102B-9DBC-4298-B5B7-6A7ADCEC1659}" type="presParOf" srcId="{4E8F2526-E3E8-4706-B83A-E9D455001510}" destId="{C27DEEF0-2690-480E-B09E-37D2424DF105}" srcOrd="5" destOrd="0" presId="urn:microsoft.com/office/officeart/2008/layout/LinedList"/>
    <dgm:cxn modelId="{77A10420-A36C-424A-89EA-386D66C8E3E0}" type="presParOf" srcId="{C27DEEF0-2690-480E-B09E-37D2424DF105}" destId="{D0179E99-26C3-4915-8C2E-AEB21C80E35F}" srcOrd="0" destOrd="0" presId="urn:microsoft.com/office/officeart/2008/layout/LinedList"/>
    <dgm:cxn modelId="{0C1E5C93-A706-424A-AC82-76C909478F07}" type="presParOf" srcId="{C27DEEF0-2690-480E-B09E-37D2424DF105}" destId="{5C9412C0-B49F-4891-9101-E9C5090EDC36}" srcOrd="1" destOrd="0" presId="urn:microsoft.com/office/officeart/2008/layout/LinedList"/>
    <dgm:cxn modelId="{19A670F4-6D85-4605-AAC8-986AF99F1C24}" type="presParOf" srcId="{4E8F2526-E3E8-4706-B83A-E9D455001510}" destId="{8EBCA7D8-5478-417C-B84C-2C484EF4B288}" srcOrd="6" destOrd="0" presId="urn:microsoft.com/office/officeart/2008/layout/LinedList"/>
    <dgm:cxn modelId="{10561F70-D868-4ADF-8342-5670184A5909}" type="presParOf" srcId="{4E8F2526-E3E8-4706-B83A-E9D455001510}" destId="{61717104-E751-498E-832A-CAA75821542F}" srcOrd="7" destOrd="0" presId="urn:microsoft.com/office/officeart/2008/layout/LinedList"/>
    <dgm:cxn modelId="{76BA9463-E958-4ACB-ADF0-87CEADD73AC9}" type="presParOf" srcId="{61717104-E751-498E-832A-CAA75821542F}" destId="{6EEFB4B1-916A-4929-97F9-C4C49D092BB5}" srcOrd="0" destOrd="0" presId="urn:microsoft.com/office/officeart/2008/layout/LinedList"/>
    <dgm:cxn modelId="{9BC89F1F-4B2A-4B2C-9496-3682D67A4AB9}" type="presParOf" srcId="{61717104-E751-498E-832A-CAA75821542F}" destId="{BB4531A3-C261-45A0-8C91-268854244B6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CB5841-BAC8-45A5-A273-3A42477C3E74}"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FD35F7ED-A6D0-4A4D-A934-B49C29A66717}">
      <dgm:prSet/>
      <dgm:spPr/>
      <dgm:t>
        <a:bodyPr/>
        <a:lstStyle/>
        <a:p>
          <a:r>
            <a:rPr lang="en-US"/>
            <a:t>Model – View – Controller (MVC)</a:t>
          </a:r>
        </a:p>
      </dgm:t>
    </dgm:pt>
    <dgm:pt modelId="{2F62DEFE-4147-4275-B022-0F00BB147176}" type="parTrans" cxnId="{3D5E086D-354A-41FA-A0F7-FF3B6E8DDC8C}">
      <dgm:prSet/>
      <dgm:spPr/>
      <dgm:t>
        <a:bodyPr/>
        <a:lstStyle/>
        <a:p>
          <a:endParaRPr lang="en-US"/>
        </a:p>
      </dgm:t>
    </dgm:pt>
    <dgm:pt modelId="{96586254-E07D-4A61-81CE-C8B266FC6CBE}" type="sibTrans" cxnId="{3D5E086D-354A-41FA-A0F7-FF3B6E8DDC8C}">
      <dgm:prSet/>
      <dgm:spPr/>
      <dgm:t>
        <a:bodyPr/>
        <a:lstStyle/>
        <a:p>
          <a:endParaRPr lang="en-US"/>
        </a:p>
      </dgm:t>
    </dgm:pt>
    <dgm:pt modelId="{7877E159-39A2-4D78-8B38-55C422F6A5F2}">
      <dgm:prSet/>
      <dgm:spPr/>
      <dgm:t>
        <a:bodyPr/>
        <a:lstStyle/>
        <a:p>
          <a:r>
            <a:rPr lang="en-US"/>
            <a:t>Layered Architecture Pattern</a:t>
          </a:r>
        </a:p>
      </dgm:t>
    </dgm:pt>
    <dgm:pt modelId="{C948BADD-CAFE-4E4A-B8B1-6AD2F8B1004E}" type="parTrans" cxnId="{8A1EFDFD-C049-4671-A60C-7B0534D18B4D}">
      <dgm:prSet/>
      <dgm:spPr/>
      <dgm:t>
        <a:bodyPr/>
        <a:lstStyle/>
        <a:p>
          <a:endParaRPr lang="en-US"/>
        </a:p>
      </dgm:t>
    </dgm:pt>
    <dgm:pt modelId="{E0291516-12F4-4120-A20F-6E88141EF6A0}" type="sibTrans" cxnId="{8A1EFDFD-C049-4671-A60C-7B0534D18B4D}">
      <dgm:prSet/>
      <dgm:spPr/>
      <dgm:t>
        <a:bodyPr/>
        <a:lstStyle/>
        <a:p>
          <a:endParaRPr lang="en-US"/>
        </a:p>
      </dgm:t>
    </dgm:pt>
    <dgm:pt modelId="{3E7354C8-3C4E-448B-A96B-940EA04643D6}" type="pres">
      <dgm:prSet presAssocID="{DDCB5841-BAC8-45A5-A273-3A42477C3E74}" presName="vert0" presStyleCnt="0">
        <dgm:presLayoutVars>
          <dgm:dir/>
          <dgm:animOne val="branch"/>
          <dgm:animLvl val="lvl"/>
        </dgm:presLayoutVars>
      </dgm:prSet>
      <dgm:spPr/>
    </dgm:pt>
    <dgm:pt modelId="{E77E33EB-3E36-4C6F-9ED8-5EF75FB01F82}" type="pres">
      <dgm:prSet presAssocID="{FD35F7ED-A6D0-4A4D-A934-B49C29A66717}" presName="thickLine" presStyleLbl="alignNode1" presStyleIdx="0" presStyleCnt="2"/>
      <dgm:spPr/>
    </dgm:pt>
    <dgm:pt modelId="{B362279A-3D59-46EF-AA52-BB082E2BF64A}" type="pres">
      <dgm:prSet presAssocID="{FD35F7ED-A6D0-4A4D-A934-B49C29A66717}" presName="horz1" presStyleCnt="0"/>
      <dgm:spPr/>
    </dgm:pt>
    <dgm:pt modelId="{7F4935F3-9649-40D2-8D93-06ADBC04C62B}" type="pres">
      <dgm:prSet presAssocID="{FD35F7ED-A6D0-4A4D-A934-B49C29A66717}" presName="tx1" presStyleLbl="revTx" presStyleIdx="0" presStyleCnt="2"/>
      <dgm:spPr/>
    </dgm:pt>
    <dgm:pt modelId="{7A6B17F9-0C19-41CB-8900-0CBD622CFB68}" type="pres">
      <dgm:prSet presAssocID="{FD35F7ED-A6D0-4A4D-A934-B49C29A66717}" presName="vert1" presStyleCnt="0"/>
      <dgm:spPr/>
    </dgm:pt>
    <dgm:pt modelId="{1B7471EC-CBB9-4934-9747-C679E77C1252}" type="pres">
      <dgm:prSet presAssocID="{7877E159-39A2-4D78-8B38-55C422F6A5F2}" presName="thickLine" presStyleLbl="alignNode1" presStyleIdx="1" presStyleCnt="2"/>
      <dgm:spPr/>
    </dgm:pt>
    <dgm:pt modelId="{ACBB7959-5431-494A-A7E6-70632FD3021E}" type="pres">
      <dgm:prSet presAssocID="{7877E159-39A2-4D78-8B38-55C422F6A5F2}" presName="horz1" presStyleCnt="0"/>
      <dgm:spPr/>
    </dgm:pt>
    <dgm:pt modelId="{C1163F6C-D2BE-4471-B298-DE89F549A4C7}" type="pres">
      <dgm:prSet presAssocID="{7877E159-39A2-4D78-8B38-55C422F6A5F2}" presName="tx1" presStyleLbl="revTx" presStyleIdx="1" presStyleCnt="2"/>
      <dgm:spPr/>
    </dgm:pt>
    <dgm:pt modelId="{907B1692-AC6B-4D20-BC57-0A178EBB43F7}" type="pres">
      <dgm:prSet presAssocID="{7877E159-39A2-4D78-8B38-55C422F6A5F2}" presName="vert1" presStyleCnt="0"/>
      <dgm:spPr/>
    </dgm:pt>
  </dgm:ptLst>
  <dgm:cxnLst>
    <dgm:cxn modelId="{05B0DE10-06CD-413A-9580-C4E7164C3C8F}" type="presOf" srcId="{7877E159-39A2-4D78-8B38-55C422F6A5F2}" destId="{C1163F6C-D2BE-4471-B298-DE89F549A4C7}" srcOrd="0" destOrd="0" presId="urn:microsoft.com/office/officeart/2008/layout/LinedList"/>
    <dgm:cxn modelId="{D67C001F-3153-400C-8B68-1CE136D79264}" type="presOf" srcId="{FD35F7ED-A6D0-4A4D-A934-B49C29A66717}" destId="{7F4935F3-9649-40D2-8D93-06ADBC04C62B}" srcOrd="0" destOrd="0" presId="urn:microsoft.com/office/officeart/2008/layout/LinedList"/>
    <dgm:cxn modelId="{3D5E086D-354A-41FA-A0F7-FF3B6E8DDC8C}" srcId="{DDCB5841-BAC8-45A5-A273-3A42477C3E74}" destId="{FD35F7ED-A6D0-4A4D-A934-B49C29A66717}" srcOrd="0" destOrd="0" parTransId="{2F62DEFE-4147-4275-B022-0F00BB147176}" sibTransId="{96586254-E07D-4A61-81CE-C8B266FC6CBE}"/>
    <dgm:cxn modelId="{E05DC8BE-9F00-429B-A398-52312198F136}" type="presOf" srcId="{DDCB5841-BAC8-45A5-A273-3A42477C3E74}" destId="{3E7354C8-3C4E-448B-A96B-940EA04643D6}" srcOrd="0" destOrd="0" presId="urn:microsoft.com/office/officeart/2008/layout/LinedList"/>
    <dgm:cxn modelId="{8A1EFDFD-C049-4671-A60C-7B0534D18B4D}" srcId="{DDCB5841-BAC8-45A5-A273-3A42477C3E74}" destId="{7877E159-39A2-4D78-8B38-55C422F6A5F2}" srcOrd="1" destOrd="0" parTransId="{C948BADD-CAFE-4E4A-B8B1-6AD2F8B1004E}" sibTransId="{E0291516-12F4-4120-A20F-6E88141EF6A0}"/>
    <dgm:cxn modelId="{D1E3DB4C-1FE8-479A-8754-44A53F83367E}" type="presParOf" srcId="{3E7354C8-3C4E-448B-A96B-940EA04643D6}" destId="{E77E33EB-3E36-4C6F-9ED8-5EF75FB01F82}" srcOrd="0" destOrd="0" presId="urn:microsoft.com/office/officeart/2008/layout/LinedList"/>
    <dgm:cxn modelId="{4679DF5B-1E2F-49CE-8786-5AA892191DB6}" type="presParOf" srcId="{3E7354C8-3C4E-448B-A96B-940EA04643D6}" destId="{B362279A-3D59-46EF-AA52-BB082E2BF64A}" srcOrd="1" destOrd="0" presId="urn:microsoft.com/office/officeart/2008/layout/LinedList"/>
    <dgm:cxn modelId="{7039600D-3537-4F2C-B55B-90ECC496238C}" type="presParOf" srcId="{B362279A-3D59-46EF-AA52-BB082E2BF64A}" destId="{7F4935F3-9649-40D2-8D93-06ADBC04C62B}" srcOrd="0" destOrd="0" presId="urn:microsoft.com/office/officeart/2008/layout/LinedList"/>
    <dgm:cxn modelId="{CE8D21F9-A693-4327-82DF-F2A55848561A}" type="presParOf" srcId="{B362279A-3D59-46EF-AA52-BB082E2BF64A}" destId="{7A6B17F9-0C19-41CB-8900-0CBD622CFB68}" srcOrd="1" destOrd="0" presId="urn:microsoft.com/office/officeart/2008/layout/LinedList"/>
    <dgm:cxn modelId="{34B9349E-922F-46BE-8890-CC0147ABE972}" type="presParOf" srcId="{3E7354C8-3C4E-448B-A96B-940EA04643D6}" destId="{1B7471EC-CBB9-4934-9747-C679E77C1252}" srcOrd="2" destOrd="0" presId="urn:microsoft.com/office/officeart/2008/layout/LinedList"/>
    <dgm:cxn modelId="{E448FB68-DB3A-4969-B8DD-D7540CEF1576}" type="presParOf" srcId="{3E7354C8-3C4E-448B-A96B-940EA04643D6}" destId="{ACBB7959-5431-494A-A7E6-70632FD3021E}" srcOrd="3" destOrd="0" presId="urn:microsoft.com/office/officeart/2008/layout/LinedList"/>
    <dgm:cxn modelId="{38E92C8D-BDC2-4C8F-B7A3-4B1B5BD55678}" type="presParOf" srcId="{ACBB7959-5431-494A-A7E6-70632FD3021E}" destId="{C1163F6C-D2BE-4471-B298-DE89F549A4C7}" srcOrd="0" destOrd="0" presId="urn:microsoft.com/office/officeart/2008/layout/LinedList"/>
    <dgm:cxn modelId="{7CA7B44B-2F3A-4A7E-942D-551D88BED1DB}" type="presParOf" srcId="{ACBB7959-5431-494A-A7E6-70632FD3021E}" destId="{907B1692-AC6B-4D20-BC57-0A178EBB43F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4C69C6-0288-4630-931E-0C5734612FA6}"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D9B57C6B-563F-45BE-97A7-4E5B7498AF91}">
      <dgm:prSet/>
      <dgm:spPr/>
      <dgm:t>
        <a:bodyPr/>
        <a:lstStyle/>
        <a:p>
          <a:r>
            <a:rPr lang="en-US"/>
            <a:t>Application Layer</a:t>
          </a:r>
        </a:p>
      </dgm:t>
    </dgm:pt>
    <dgm:pt modelId="{AB4ED00D-93BB-4FCA-A5D9-5377CB0226CA}" type="parTrans" cxnId="{586320C2-C97F-4626-A7FA-257FA77E5FD7}">
      <dgm:prSet/>
      <dgm:spPr/>
      <dgm:t>
        <a:bodyPr/>
        <a:lstStyle/>
        <a:p>
          <a:endParaRPr lang="en-US"/>
        </a:p>
      </dgm:t>
    </dgm:pt>
    <dgm:pt modelId="{4B9856B3-2614-4DEC-80D9-179D9C3F73B4}" type="sibTrans" cxnId="{586320C2-C97F-4626-A7FA-257FA77E5FD7}">
      <dgm:prSet/>
      <dgm:spPr/>
      <dgm:t>
        <a:bodyPr/>
        <a:lstStyle/>
        <a:p>
          <a:endParaRPr lang="en-US"/>
        </a:p>
      </dgm:t>
    </dgm:pt>
    <dgm:pt modelId="{68B607AE-6843-4E06-9C1F-206BB5A7D76D}">
      <dgm:prSet/>
      <dgm:spPr/>
      <dgm:t>
        <a:bodyPr/>
        <a:lstStyle/>
        <a:p>
          <a:r>
            <a:rPr lang="en-US"/>
            <a:t>Transport Layer</a:t>
          </a:r>
        </a:p>
      </dgm:t>
    </dgm:pt>
    <dgm:pt modelId="{074F831D-285D-430D-A00B-A337857D9479}" type="parTrans" cxnId="{B7712FDD-9361-4220-B6EC-E7F0F75A3238}">
      <dgm:prSet/>
      <dgm:spPr/>
      <dgm:t>
        <a:bodyPr/>
        <a:lstStyle/>
        <a:p>
          <a:endParaRPr lang="en-US"/>
        </a:p>
      </dgm:t>
    </dgm:pt>
    <dgm:pt modelId="{2F46C5F9-3B77-4C4A-AD63-0C2A8DA4872C}" type="sibTrans" cxnId="{B7712FDD-9361-4220-B6EC-E7F0F75A3238}">
      <dgm:prSet/>
      <dgm:spPr/>
      <dgm:t>
        <a:bodyPr/>
        <a:lstStyle/>
        <a:p>
          <a:endParaRPr lang="en-US"/>
        </a:p>
      </dgm:t>
    </dgm:pt>
    <dgm:pt modelId="{F579E0E3-654A-43DA-A88D-30E0D0CD5C4E}">
      <dgm:prSet/>
      <dgm:spPr/>
      <dgm:t>
        <a:bodyPr/>
        <a:lstStyle/>
        <a:p>
          <a:r>
            <a:rPr lang="en-US"/>
            <a:t>Network Layer</a:t>
          </a:r>
        </a:p>
      </dgm:t>
    </dgm:pt>
    <dgm:pt modelId="{669A210A-D502-400C-8A61-3FF39058F844}" type="parTrans" cxnId="{91F94DF6-0470-486A-80F2-1461C9F81FE8}">
      <dgm:prSet/>
      <dgm:spPr/>
      <dgm:t>
        <a:bodyPr/>
        <a:lstStyle/>
        <a:p>
          <a:endParaRPr lang="en-US"/>
        </a:p>
      </dgm:t>
    </dgm:pt>
    <dgm:pt modelId="{761C79BB-DA38-48CB-83D9-81540D2B982E}" type="sibTrans" cxnId="{91F94DF6-0470-486A-80F2-1461C9F81FE8}">
      <dgm:prSet/>
      <dgm:spPr/>
      <dgm:t>
        <a:bodyPr/>
        <a:lstStyle/>
        <a:p>
          <a:endParaRPr lang="en-US"/>
        </a:p>
      </dgm:t>
    </dgm:pt>
    <dgm:pt modelId="{BE7AC8B2-0FE4-428C-9C36-64634A3D75DA}">
      <dgm:prSet/>
      <dgm:spPr/>
      <dgm:t>
        <a:bodyPr/>
        <a:lstStyle/>
        <a:p>
          <a:r>
            <a:rPr lang="en-US"/>
            <a:t>Data Link Layer</a:t>
          </a:r>
        </a:p>
      </dgm:t>
    </dgm:pt>
    <dgm:pt modelId="{76A9D2E9-ABA1-4D3D-851E-D9BAC2CA6FC4}" type="parTrans" cxnId="{81797F5F-56A5-4282-8E3E-42BFF1E5A3B2}">
      <dgm:prSet/>
      <dgm:spPr/>
      <dgm:t>
        <a:bodyPr/>
        <a:lstStyle/>
        <a:p>
          <a:endParaRPr lang="en-US"/>
        </a:p>
      </dgm:t>
    </dgm:pt>
    <dgm:pt modelId="{762215E5-5607-450F-A63E-E980A348DE4D}" type="sibTrans" cxnId="{81797F5F-56A5-4282-8E3E-42BFF1E5A3B2}">
      <dgm:prSet/>
      <dgm:spPr/>
      <dgm:t>
        <a:bodyPr/>
        <a:lstStyle/>
        <a:p>
          <a:endParaRPr lang="en-US"/>
        </a:p>
      </dgm:t>
    </dgm:pt>
    <dgm:pt modelId="{FEB27070-C60A-4D93-B5BF-2CD9EA56971D}">
      <dgm:prSet/>
      <dgm:spPr/>
      <dgm:t>
        <a:bodyPr/>
        <a:lstStyle/>
        <a:p>
          <a:r>
            <a:rPr lang="en-US"/>
            <a:t>Physical Layer</a:t>
          </a:r>
        </a:p>
      </dgm:t>
    </dgm:pt>
    <dgm:pt modelId="{ACCD02D6-C646-4F13-9C6C-8CDD12121537}" type="parTrans" cxnId="{3F8990EA-6910-4226-9725-117160FAFFCF}">
      <dgm:prSet/>
      <dgm:spPr/>
      <dgm:t>
        <a:bodyPr/>
        <a:lstStyle/>
        <a:p>
          <a:endParaRPr lang="en-US"/>
        </a:p>
      </dgm:t>
    </dgm:pt>
    <dgm:pt modelId="{2ECE886A-E086-4499-838F-761A138BCA33}" type="sibTrans" cxnId="{3F8990EA-6910-4226-9725-117160FAFFCF}">
      <dgm:prSet/>
      <dgm:spPr/>
      <dgm:t>
        <a:bodyPr/>
        <a:lstStyle/>
        <a:p>
          <a:endParaRPr lang="en-US"/>
        </a:p>
      </dgm:t>
    </dgm:pt>
    <dgm:pt modelId="{2978F51C-AB38-487A-AD61-830734869939}" type="pres">
      <dgm:prSet presAssocID="{FA4C69C6-0288-4630-931E-0C5734612FA6}" presName="vert0" presStyleCnt="0">
        <dgm:presLayoutVars>
          <dgm:dir/>
          <dgm:animOne val="branch"/>
          <dgm:animLvl val="lvl"/>
        </dgm:presLayoutVars>
      </dgm:prSet>
      <dgm:spPr/>
    </dgm:pt>
    <dgm:pt modelId="{4489AD4A-013C-4C60-B932-0E917236C4B1}" type="pres">
      <dgm:prSet presAssocID="{D9B57C6B-563F-45BE-97A7-4E5B7498AF91}" presName="thickLine" presStyleLbl="alignNode1" presStyleIdx="0" presStyleCnt="5"/>
      <dgm:spPr/>
    </dgm:pt>
    <dgm:pt modelId="{6E6F94F8-2A51-462B-8284-090B3D6C15A6}" type="pres">
      <dgm:prSet presAssocID="{D9B57C6B-563F-45BE-97A7-4E5B7498AF91}" presName="horz1" presStyleCnt="0"/>
      <dgm:spPr/>
    </dgm:pt>
    <dgm:pt modelId="{88E6CC42-2D49-4B46-ABBA-D85BCEF486B3}" type="pres">
      <dgm:prSet presAssocID="{D9B57C6B-563F-45BE-97A7-4E5B7498AF91}" presName="tx1" presStyleLbl="revTx" presStyleIdx="0" presStyleCnt="5"/>
      <dgm:spPr/>
    </dgm:pt>
    <dgm:pt modelId="{92A2B993-76FF-4D30-9982-DD4AD83CB547}" type="pres">
      <dgm:prSet presAssocID="{D9B57C6B-563F-45BE-97A7-4E5B7498AF91}" presName="vert1" presStyleCnt="0"/>
      <dgm:spPr/>
    </dgm:pt>
    <dgm:pt modelId="{06398220-8367-4CB1-881E-EEF9FF93AEBB}" type="pres">
      <dgm:prSet presAssocID="{68B607AE-6843-4E06-9C1F-206BB5A7D76D}" presName="thickLine" presStyleLbl="alignNode1" presStyleIdx="1" presStyleCnt="5"/>
      <dgm:spPr/>
    </dgm:pt>
    <dgm:pt modelId="{95F5F525-418F-4B2F-9329-D30925931406}" type="pres">
      <dgm:prSet presAssocID="{68B607AE-6843-4E06-9C1F-206BB5A7D76D}" presName="horz1" presStyleCnt="0"/>
      <dgm:spPr/>
    </dgm:pt>
    <dgm:pt modelId="{E13E3AD2-1116-45C5-9EF6-E43785B21670}" type="pres">
      <dgm:prSet presAssocID="{68B607AE-6843-4E06-9C1F-206BB5A7D76D}" presName="tx1" presStyleLbl="revTx" presStyleIdx="1" presStyleCnt="5"/>
      <dgm:spPr/>
    </dgm:pt>
    <dgm:pt modelId="{942A152E-29FE-416F-AE74-F4D0DE3E5600}" type="pres">
      <dgm:prSet presAssocID="{68B607AE-6843-4E06-9C1F-206BB5A7D76D}" presName="vert1" presStyleCnt="0"/>
      <dgm:spPr/>
    </dgm:pt>
    <dgm:pt modelId="{97634C62-6354-42C4-AF54-9D7B89D6F093}" type="pres">
      <dgm:prSet presAssocID="{F579E0E3-654A-43DA-A88D-30E0D0CD5C4E}" presName="thickLine" presStyleLbl="alignNode1" presStyleIdx="2" presStyleCnt="5"/>
      <dgm:spPr/>
    </dgm:pt>
    <dgm:pt modelId="{7FB81EB9-D4F6-4E4D-9947-BE10A3E7EFC5}" type="pres">
      <dgm:prSet presAssocID="{F579E0E3-654A-43DA-A88D-30E0D0CD5C4E}" presName="horz1" presStyleCnt="0"/>
      <dgm:spPr/>
    </dgm:pt>
    <dgm:pt modelId="{6514F79E-0358-4992-A0F6-26A5DE371531}" type="pres">
      <dgm:prSet presAssocID="{F579E0E3-654A-43DA-A88D-30E0D0CD5C4E}" presName="tx1" presStyleLbl="revTx" presStyleIdx="2" presStyleCnt="5"/>
      <dgm:spPr/>
    </dgm:pt>
    <dgm:pt modelId="{F9A5FDDC-7A06-4843-A24D-5FCCA4F54957}" type="pres">
      <dgm:prSet presAssocID="{F579E0E3-654A-43DA-A88D-30E0D0CD5C4E}" presName="vert1" presStyleCnt="0"/>
      <dgm:spPr/>
    </dgm:pt>
    <dgm:pt modelId="{784110FE-EC35-4C5B-8A97-23E560E85629}" type="pres">
      <dgm:prSet presAssocID="{BE7AC8B2-0FE4-428C-9C36-64634A3D75DA}" presName="thickLine" presStyleLbl="alignNode1" presStyleIdx="3" presStyleCnt="5"/>
      <dgm:spPr/>
    </dgm:pt>
    <dgm:pt modelId="{ECB2F564-78CD-416F-9BE9-5844BB664CB9}" type="pres">
      <dgm:prSet presAssocID="{BE7AC8B2-0FE4-428C-9C36-64634A3D75DA}" presName="horz1" presStyleCnt="0"/>
      <dgm:spPr/>
    </dgm:pt>
    <dgm:pt modelId="{483D1EC7-6FFB-43BC-AD7B-5A5B2C844C8E}" type="pres">
      <dgm:prSet presAssocID="{BE7AC8B2-0FE4-428C-9C36-64634A3D75DA}" presName="tx1" presStyleLbl="revTx" presStyleIdx="3" presStyleCnt="5"/>
      <dgm:spPr/>
    </dgm:pt>
    <dgm:pt modelId="{AE45106F-3BC7-4240-AA8F-336D96E161B0}" type="pres">
      <dgm:prSet presAssocID="{BE7AC8B2-0FE4-428C-9C36-64634A3D75DA}" presName="vert1" presStyleCnt="0"/>
      <dgm:spPr/>
    </dgm:pt>
    <dgm:pt modelId="{BF55EFF7-8188-4029-9B2F-26CB5F409847}" type="pres">
      <dgm:prSet presAssocID="{FEB27070-C60A-4D93-B5BF-2CD9EA56971D}" presName="thickLine" presStyleLbl="alignNode1" presStyleIdx="4" presStyleCnt="5"/>
      <dgm:spPr/>
    </dgm:pt>
    <dgm:pt modelId="{90EE1958-8173-451C-8BA0-01A743F868EA}" type="pres">
      <dgm:prSet presAssocID="{FEB27070-C60A-4D93-B5BF-2CD9EA56971D}" presName="horz1" presStyleCnt="0"/>
      <dgm:spPr/>
    </dgm:pt>
    <dgm:pt modelId="{955A9F34-F75A-429A-8C2D-91D93168327C}" type="pres">
      <dgm:prSet presAssocID="{FEB27070-C60A-4D93-B5BF-2CD9EA56971D}" presName="tx1" presStyleLbl="revTx" presStyleIdx="4" presStyleCnt="5"/>
      <dgm:spPr/>
    </dgm:pt>
    <dgm:pt modelId="{0D780BF7-0B3A-4E7E-B9CE-F3404ABBDDAE}" type="pres">
      <dgm:prSet presAssocID="{FEB27070-C60A-4D93-B5BF-2CD9EA56971D}" presName="vert1" presStyleCnt="0"/>
      <dgm:spPr/>
    </dgm:pt>
  </dgm:ptLst>
  <dgm:cxnLst>
    <dgm:cxn modelId="{81797F5F-56A5-4282-8E3E-42BFF1E5A3B2}" srcId="{FA4C69C6-0288-4630-931E-0C5734612FA6}" destId="{BE7AC8B2-0FE4-428C-9C36-64634A3D75DA}" srcOrd="3" destOrd="0" parTransId="{76A9D2E9-ABA1-4D3D-851E-D9BAC2CA6FC4}" sibTransId="{762215E5-5607-450F-A63E-E980A348DE4D}"/>
    <dgm:cxn modelId="{AC394644-A7F9-42DD-9E62-B00929742707}" type="presOf" srcId="{D9B57C6B-563F-45BE-97A7-4E5B7498AF91}" destId="{88E6CC42-2D49-4B46-ABBA-D85BCEF486B3}" srcOrd="0" destOrd="0" presId="urn:microsoft.com/office/officeart/2008/layout/LinedList"/>
    <dgm:cxn modelId="{7F95A9B1-9362-4FCA-8BC8-2DD03C4947BD}" type="presOf" srcId="{FA4C69C6-0288-4630-931E-0C5734612FA6}" destId="{2978F51C-AB38-487A-AD61-830734869939}" srcOrd="0" destOrd="0" presId="urn:microsoft.com/office/officeart/2008/layout/LinedList"/>
    <dgm:cxn modelId="{FE4FA5C1-9CCE-4647-BC13-25602C5B0474}" type="presOf" srcId="{BE7AC8B2-0FE4-428C-9C36-64634A3D75DA}" destId="{483D1EC7-6FFB-43BC-AD7B-5A5B2C844C8E}" srcOrd="0" destOrd="0" presId="urn:microsoft.com/office/officeart/2008/layout/LinedList"/>
    <dgm:cxn modelId="{586320C2-C97F-4626-A7FA-257FA77E5FD7}" srcId="{FA4C69C6-0288-4630-931E-0C5734612FA6}" destId="{D9B57C6B-563F-45BE-97A7-4E5B7498AF91}" srcOrd="0" destOrd="0" parTransId="{AB4ED00D-93BB-4FCA-A5D9-5377CB0226CA}" sibTransId="{4B9856B3-2614-4DEC-80D9-179D9C3F73B4}"/>
    <dgm:cxn modelId="{B7712FDD-9361-4220-B6EC-E7F0F75A3238}" srcId="{FA4C69C6-0288-4630-931E-0C5734612FA6}" destId="{68B607AE-6843-4E06-9C1F-206BB5A7D76D}" srcOrd="1" destOrd="0" parTransId="{074F831D-285D-430D-A00B-A337857D9479}" sibTransId="{2F46C5F9-3B77-4C4A-AD63-0C2A8DA4872C}"/>
    <dgm:cxn modelId="{3F8990EA-6910-4226-9725-117160FAFFCF}" srcId="{FA4C69C6-0288-4630-931E-0C5734612FA6}" destId="{FEB27070-C60A-4D93-B5BF-2CD9EA56971D}" srcOrd="4" destOrd="0" parTransId="{ACCD02D6-C646-4F13-9C6C-8CDD12121537}" sibTransId="{2ECE886A-E086-4499-838F-761A138BCA33}"/>
    <dgm:cxn modelId="{5DF7FBEC-48AA-4F4B-A825-D2B33E23C34A}" type="presOf" srcId="{68B607AE-6843-4E06-9C1F-206BB5A7D76D}" destId="{E13E3AD2-1116-45C5-9EF6-E43785B21670}" srcOrd="0" destOrd="0" presId="urn:microsoft.com/office/officeart/2008/layout/LinedList"/>
    <dgm:cxn modelId="{E9A9E5F4-A059-4CC7-8332-177DDD8874F1}" type="presOf" srcId="{F579E0E3-654A-43DA-A88D-30E0D0CD5C4E}" destId="{6514F79E-0358-4992-A0F6-26A5DE371531}" srcOrd="0" destOrd="0" presId="urn:microsoft.com/office/officeart/2008/layout/LinedList"/>
    <dgm:cxn modelId="{91F94DF6-0470-486A-80F2-1461C9F81FE8}" srcId="{FA4C69C6-0288-4630-931E-0C5734612FA6}" destId="{F579E0E3-654A-43DA-A88D-30E0D0CD5C4E}" srcOrd="2" destOrd="0" parTransId="{669A210A-D502-400C-8A61-3FF39058F844}" sibTransId="{761C79BB-DA38-48CB-83D9-81540D2B982E}"/>
    <dgm:cxn modelId="{EBB7B8FF-1B67-4B2D-9350-F5E813C00B59}" type="presOf" srcId="{FEB27070-C60A-4D93-B5BF-2CD9EA56971D}" destId="{955A9F34-F75A-429A-8C2D-91D93168327C}" srcOrd="0" destOrd="0" presId="urn:microsoft.com/office/officeart/2008/layout/LinedList"/>
    <dgm:cxn modelId="{EE3AB508-FC10-4F60-B900-7F46A8A388BF}" type="presParOf" srcId="{2978F51C-AB38-487A-AD61-830734869939}" destId="{4489AD4A-013C-4C60-B932-0E917236C4B1}" srcOrd="0" destOrd="0" presId="urn:microsoft.com/office/officeart/2008/layout/LinedList"/>
    <dgm:cxn modelId="{775FA081-F46F-4D57-8AF7-4F9CC5E85B24}" type="presParOf" srcId="{2978F51C-AB38-487A-AD61-830734869939}" destId="{6E6F94F8-2A51-462B-8284-090B3D6C15A6}" srcOrd="1" destOrd="0" presId="urn:microsoft.com/office/officeart/2008/layout/LinedList"/>
    <dgm:cxn modelId="{01533FDD-EA38-4070-B01B-A96AE5DCC0A3}" type="presParOf" srcId="{6E6F94F8-2A51-462B-8284-090B3D6C15A6}" destId="{88E6CC42-2D49-4B46-ABBA-D85BCEF486B3}" srcOrd="0" destOrd="0" presId="urn:microsoft.com/office/officeart/2008/layout/LinedList"/>
    <dgm:cxn modelId="{24089027-0DB3-4A6C-B6FC-94A2BAA4FD61}" type="presParOf" srcId="{6E6F94F8-2A51-462B-8284-090B3D6C15A6}" destId="{92A2B993-76FF-4D30-9982-DD4AD83CB547}" srcOrd="1" destOrd="0" presId="urn:microsoft.com/office/officeart/2008/layout/LinedList"/>
    <dgm:cxn modelId="{D272FB4A-1034-432D-8916-6388B2C1CEEE}" type="presParOf" srcId="{2978F51C-AB38-487A-AD61-830734869939}" destId="{06398220-8367-4CB1-881E-EEF9FF93AEBB}" srcOrd="2" destOrd="0" presId="urn:microsoft.com/office/officeart/2008/layout/LinedList"/>
    <dgm:cxn modelId="{4CEE2C80-DEEF-4D39-A117-383A842FB29E}" type="presParOf" srcId="{2978F51C-AB38-487A-AD61-830734869939}" destId="{95F5F525-418F-4B2F-9329-D30925931406}" srcOrd="3" destOrd="0" presId="urn:microsoft.com/office/officeart/2008/layout/LinedList"/>
    <dgm:cxn modelId="{14B4028C-0197-489D-A708-5434426BE915}" type="presParOf" srcId="{95F5F525-418F-4B2F-9329-D30925931406}" destId="{E13E3AD2-1116-45C5-9EF6-E43785B21670}" srcOrd="0" destOrd="0" presId="urn:microsoft.com/office/officeart/2008/layout/LinedList"/>
    <dgm:cxn modelId="{7CE88698-87B4-499C-8D36-F144F421B108}" type="presParOf" srcId="{95F5F525-418F-4B2F-9329-D30925931406}" destId="{942A152E-29FE-416F-AE74-F4D0DE3E5600}" srcOrd="1" destOrd="0" presId="urn:microsoft.com/office/officeart/2008/layout/LinedList"/>
    <dgm:cxn modelId="{8F6F20DB-EB4C-4274-950C-4E80CB5A4033}" type="presParOf" srcId="{2978F51C-AB38-487A-AD61-830734869939}" destId="{97634C62-6354-42C4-AF54-9D7B89D6F093}" srcOrd="4" destOrd="0" presId="urn:microsoft.com/office/officeart/2008/layout/LinedList"/>
    <dgm:cxn modelId="{47FCC9DE-FF23-49D5-9490-98A5CAD59386}" type="presParOf" srcId="{2978F51C-AB38-487A-AD61-830734869939}" destId="{7FB81EB9-D4F6-4E4D-9947-BE10A3E7EFC5}" srcOrd="5" destOrd="0" presId="urn:microsoft.com/office/officeart/2008/layout/LinedList"/>
    <dgm:cxn modelId="{5DB38D20-9F17-4032-A418-8A2C65032BCF}" type="presParOf" srcId="{7FB81EB9-D4F6-4E4D-9947-BE10A3E7EFC5}" destId="{6514F79E-0358-4992-A0F6-26A5DE371531}" srcOrd="0" destOrd="0" presId="urn:microsoft.com/office/officeart/2008/layout/LinedList"/>
    <dgm:cxn modelId="{EFE7E09B-F5F4-4926-BC1F-F76805B4165F}" type="presParOf" srcId="{7FB81EB9-D4F6-4E4D-9947-BE10A3E7EFC5}" destId="{F9A5FDDC-7A06-4843-A24D-5FCCA4F54957}" srcOrd="1" destOrd="0" presId="urn:microsoft.com/office/officeart/2008/layout/LinedList"/>
    <dgm:cxn modelId="{7FF4ED0B-E692-4A8A-B46A-6F6C2E287F5E}" type="presParOf" srcId="{2978F51C-AB38-487A-AD61-830734869939}" destId="{784110FE-EC35-4C5B-8A97-23E560E85629}" srcOrd="6" destOrd="0" presId="urn:microsoft.com/office/officeart/2008/layout/LinedList"/>
    <dgm:cxn modelId="{3E69AC4B-27A7-4183-BD14-BE14229FBCD9}" type="presParOf" srcId="{2978F51C-AB38-487A-AD61-830734869939}" destId="{ECB2F564-78CD-416F-9BE9-5844BB664CB9}" srcOrd="7" destOrd="0" presId="urn:microsoft.com/office/officeart/2008/layout/LinedList"/>
    <dgm:cxn modelId="{891E2C32-AB46-49D8-B67A-10E2CC0A1872}" type="presParOf" srcId="{ECB2F564-78CD-416F-9BE9-5844BB664CB9}" destId="{483D1EC7-6FFB-43BC-AD7B-5A5B2C844C8E}" srcOrd="0" destOrd="0" presId="urn:microsoft.com/office/officeart/2008/layout/LinedList"/>
    <dgm:cxn modelId="{08DED11C-584E-4E6B-8AEE-A330FE27E324}" type="presParOf" srcId="{ECB2F564-78CD-416F-9BE9-5844BB664CB9}" destId="{AE45106F-3BC7-4240-AA8F-336D96E161B0}" srcOrd="1" destOrd="0" presId="urn:microsoft.com/office/officeart/2008/layout/LinedList"/>
    <dgm:cxn modelId="{AB430DB2-0281-4FBB-BC24-4ADAF3D5F717}" type="presParOf" srcId="{2978F51C-AB38-487A-AD61-830734869939}" destId="{BF55EFF7-8188-4029-9B2F-26CB5F409847}" srcOrd="8" destOrd="0" presId="urn:microsoft.com/office/officeart/2008/layout/LinedList"/>
    <dgm:cxn modelId="{CFBB1505-F6E4-4147-BA6A-B3F55260A20A}" type="presParOf" srcId="{2978F51C-AB38-487A-AD61-830734869939}" destId="{90EE1958-8173-451C-8BA0-01A743F868EA}" srcOrd="9" destOrd="0" presId="urn:microsoft.com/office/officeart/2008/layout/LinedList"/>
    <dgm:cxn modelId="{110AA0C3-335E-4EA7-977D-EBC0A6A42A78}" type="presParOf" srcId="{90EE1958-8173-451C-8BA0-01A743F868EA}" destId="{955A9F34-F75A-429A-8C2D-91D93168327C}" srcOrd="0" destOrd="0" presId="urn:microsoft.com/office/officeart/2008/layout/LinedList"/>
    <dgm:cxn modelId="{E0143AF5-11A8-4AD5-95F0-957D9386281B}" type="presParOf" srcId="{90EE1958-8173-451C-8BA0-01A743F868EA}" destId="{0D780BF7-0B3A-4E7E-B9CE-F3404ABBDDA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D553D2-68D9-4DAF-B3A1-E4DB7C3EFDF5}"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15A17560-8677-45A8-90C2-F54387C4F841}">
      <dgm:prSet/>
      <dgm:spPr/>
      <dgm:t>
        <a:bodyPr/>
        <a:lstStyle/>
        <a:p>
          <a:r>
            <a:rPr lang="en-US"/>
            <a:t>User Space</a:t>
          </a:r>
        </a:p>
      </dgm:t>
    </dgm:pt>
    <dgm:pt modelId="{C876D8A9-BAC8-4705-AA3F-BE418E34B1C8}" type="parTrans" cxnId="{33EC8AC7-2A66-4C49-BF4A-4C8E7C1EE291}">
      <dgm:prSet/>
      <dgm:spPr/>
      <dgm:t>
        <a:bodyPr/>
        <a:lstStyle/>
        <a:p>
          <a:endParaRPr lang="en-US"/>
        </a:p>
      </dgm:t>
    </dgm:pt>
    <dgm:pt modelId="{E0FA21D1-6BD3-43DC-87CC-C89BE7871E9A}" type="sibTrans" cxnId="{33EC8AC7-2A66-4C49-BF4A-4C8E7C1EE291}">
      <dgm:prSet/>
      <dgm:spPr/>
      <dgm:t>
        <a:bodyPr/>
        <a:lstStyle/>
        <a:p>
          <a:endParaRPr lang="en-US"/>
        </a:p>
      </dgm:t>
    </dgm:pt>
    <dgm:pt modelId="{47A5F744-E0DB-41BC-8848-26514A5FAD85}">
      <dgm:prSet/>
      <dgm:spPr/>
      <dgm:t>
        <a:bodyPr/>
        <a:lstStyle/>
        <a:p>
          <a:r>
            <a:rPr lang="en-US"/>
            <a:t>Kernal Space</a:t>
          </a:r>
        </a:p>
      </dgm:t>
    </dgm:pt>
    <dgm:pt modelId="{FC4F5190-0825-4D93-B85C-2073163D62E9}" type="parTrans" cxnId="{830262B7-79C1-4F41-9AC1-B5CEF8CB0A54}">
      <dgm:prSet/>
      <dgm:spPr/>
      <dgm:t>
        <a:bodyPr/>
        <a:lstStyle/>
        <a:p>
          <a:endParaRPr lang="en-US"/>
        </a:p>
      </dgm:t>
    </dgm:pt>
    <dgm:pt modelId="{24BA5FAE-8126-4FC3-9384-6E1027B5BD54}" type="sibTrans" cxnId="{830262B7-79C1-4F41-9AC1-B5CEF8CB0A54}">
      <dgm:prSet/>
      <dgm:spPr/>
      <dgm:t>
        <a:bodyPr/>
        <a:lstStyle/>
        <a:p>
          <a:endParaRPr lang="en-US"/>
        </a:p>
      </dgm:t>
    </dgm:pt>
    <dgm:pt modelId="{82D91985-BF29-4448-94C6-21FD2E9459E4}">
      <dgm:prSet/>
      <dgm:spPr/>
      <dgm:t>
        <a:bodyPr/>
        <a:lstStyle/>
        <a:p>
          <a:r>
            <a:rPr lang="en-US"/>
            <a:t>Hardware Abstraction Layer</a:t>
          </a:r>
        </a:p>
      </dgm:t>
    </dgm:pt>
    <dgm:pt modelId="{06A91E0D-85FC-48C7-9B96-3DF8A8963307}" type="parTrans" cxnId="{28E83852-2272-4863-8392-1ECF0F906915}">
      <dgm:prSet/>
      <dgm:spPr/>
      <dgm:t>
        <a:bodyPr/>
        <a:lstStyle/>
        <a:p>
          <a:endParaRPr lang="en-US"/>
        </a:p>
      </dgm:t>
    </dgm:pt>
    <dgm:pt modelId="{79972A68-71C8-4048-A4DF-51E7B6F1C1FD}" type="sibTrans" cxnId="{28E83852-2272-4863-8392-1ECF0F906915}">
      <dgm:prSet/>
      <dgm:spPr/>
      <dgm:t>
        <a:bodyPr/>
        <a:lstStyle/>
        <a:p>
          <a:endParaRPr lang="en-US"/>
        </a:p>
      </dgm:t>
    </dgm:pt>
    <dgm:pt modelId="{E6D51C7C-99F2-4452-A012-648918013237}" type="pres">
      <dgm:prSet presAssocID="{86D553D2-68D9-4DAF-B3A1-E4DB7C3EFDF5}" presName="vert0" presStyleCnt="0">
        <dgm:presLayoutVars>
          <dgm:dir/>
          <dgm:animOne val="branch"/>
          <dgm:animLvl val="lvl"/>
        </dgm:presLayoutVars>
      </dgm:prSet>
      <dgm:spPr/>
    </dgm:pt>
    <dgm:pt modelId="{CC1E7267-326C-4AB2-A756-B08A1E711E61}" type="pres">
      <dgm:prSet presAssocID="{15A17560-8677-45A8-90C2-F54387C4F841}" presName="thickLine" presStyleLbl="alignNode1" presStyleIdx="0" presStyleCnt="3"/>
      <dgm:spPr/>
    </dgm:pt>
    <dgm:pt modelId="{03EE8803-25A9-4548-B79C-4660B5F6C5B9}" type="pres">
      <dgm:prSet presAssocID="{15A17560-8677-45A8-90C2-F54387C4F841}" presName="horz1" presStyleCnt="0"/>
      <dgm:spPr/>
    </dgm:pt>
    <dgm:pt modelId="{A4039B15-25F2-4D71-84D9-4DEE318F5F4F}" type="pres">
      <dgm:prSet presAssocID="{15A17560-8677-45A8-90C2-F54387C4F841}" presName="tx1" presStyleLbl="revTx" presStyleIdx="0" presStyleCnt="3"/>
      <dgm:spPr/>
    </dgm:pt>
    <dgm:pt modelId="{B013CD23-669C-429A-B0AB-F7EC16ACEE7B}" type="pres">
      <dgm:prSet presAssocID="{15A17560-8677-45A8-90C2-F54387C4F841}" presName="vert1" presStyleCnt="0"/>
      <dgm:spPr/>
    </dgm:pt>
    <dgm:pt modelId="{42FAE485-C8A4-4B7E-9805-6F55A1DF2778}" type="pres">
      <dgm:prSet presAssocID="{47A5F744-E0DB-41BC-8848-26514A5FAD85}" presName="thickLine" presStyleLbl="alignNode1" presStyleIdx="1" presStyleCnt="3"/>
      <dgm:spPr/>
    </dgm:pt>
    <dgm:pt modelId="{48A8D7DE-EBD5-4030-B0C9-7361946EFF3D}" type="pres">
      <dgm:prSet presAssocID="{47A5F744-E0DB-41BC-8848-26514A5FAD85}" presName="horz1" presStyleCnt="0"/>
      <dgm:spPr/>
    </dgm:pt>
    <dgm:pt modelId="{CB3D859C-CDAF-424A-A76B-4C12BA0E5BB0}" type="pres">
      <dgm:prSet presAssocID="{47A5F744-E0DB-41BC-8848-26514A5FAD85}" presName="tx1" presStyleLbl="revTx" presStyleIdx="1" presStyleCnt="3"/>
      <dgm:spPr/>
    </dgm:pt>
    <dgm:pt modelId="{B4DE469A-F98F-4E17-981D-3589274658D2}" type="pres">
      <dgm:prSet presAssocID="{47A5F744-E0DB-41BC-8848-26514A5FAD85}" presName="vert1" presStyleCnt="0"/>
      <dgm:spPr/>
    </dgm:pt>
    <dgm:pt modelId="{FC799A61-EC30-4C42-9C70-1F25063D761A}" type="pres">
      <dgm:prSet presAssocID="{82D91985-BF29-4448-94C6-21FD2E9459E4}" presName="thickLine" presStyleLbl="alignNode1" presStyleIdx="2" presStyleCnt="3"/>
      <dgm:spPr/>
    </dgm:pt>
    <dgm:pt modelId="{0DF3E61E-0E1F-4B59-B7AE-82F52ADA4EE8}" type="pres">
      <dgm:prSet presAssocID="{82D91985-BF29-4448-94C6-21FD2E9459E4}" presName="horz1" presStyleCnt="0"/>
      <dgm:spPr/>
    </dgm:pt>
    <dgm:pt modelId="{74B2294D-47FC-41ED-ADE3-D1C89385BDC4}" type="pres">
      <dgm:prSet presAssocID="{82D91985-BF29-4448-94C6-21FD2E9459E4}" presName="tx1" presStyleLbl="revTx" presStyleIdx="2" presStyleCnt="3"/>
      <dgm:spPr/>
    </dgm:pt>
    <dgm:pt modelId="{04E56433-B6A8-4630-8EED-27A247CCB132}" type="pres">
      <dgm:prSet presAssocID="{82D91985-BF29-4448-94C6-21FD2E9459E4}" presName="vert1" presStyleCnt="0"/>
      <dgm:spPr/>
    </dgm:pt>
  </dgm:ptLst>
  <dgm:cxnLst>
    <dgm:cxn modelId="{933CB90C-A448-49D1-B004-575787931A6A}" type="presOf" srcId="{86D553D2-68D9-4DAF-B3A1-E4DB7C3EFDF5}" destId="{E6D51C7C-99F2-4452-A012-648918013237}" srcOrd="0" destOrd="0" presId="urn:microsoft.com/office/officeart/2008/layout/LinedList"/>
    <dgm:cxn modelId="{32BDA03F-5858-401E-8C2E-13467D0041F3}" type="presOf" srcId="{47A5F744-E0DB-41BC-8848-26514A5FAD85}" destId="{CB3D859C-CDAF-424A-A76B-4C12BA0E5BB0}" srcOrd="0" destOrd="0" presId="urn:microsoft.com/office/officeart/2008/layout/LinedList"/>
    <dgm:cxn modelId="{28E83852-2272-4863-8392-1ECF0F906915}" srcId="{86D553D2-68D9-4DAF-B3A1-E4DB7C3EFDF5}" destId="{82D91985-BF29-4448-94C6-21FD2E9459E4}" srcOrd="2" destOrd="0" parTransId="{06A91E0D-85FC-48C7-9B96-3DF8A8963307}" sibTransId="{79972A68-71C8-4048-A4DF-51E7B6F1C1FD}"/>
    <dgm:cxn modelId="{95A84D83-F710-4D68-AB32-B3D8531254E3}" type="presOf" srcId="{82D91985-BF29-4448-94C6-21FD2E9459E4}" destId="{74B2294D-47FC-41ED-ADE3-D1C89385BDC4}" srcOrd="0" destOrd="0" presId="urn:microsoft.com/office/officeart/2008/layout/LinedList"/>
    <dgm:cxn modelId="{830262B7-79C1-4F41-9AC1-B5CEF8CB0A54}" srcId="{86D553D2-68D9-4DAF-B3A1-E4DB7C3EFDF5}" destId="{47A5F744-E0DB-41BC-8848-26514A5FAD85}" srcOrd="1" destOrd="0" parTransId="{FC4F5190-0825-4D93-B85C-2073163D62E9}" sibTransId="{24BA5FAE-8126-4FC3-9384-6E1027B5BD54}"/>
    <dgm:cxn modelId="{33EC8AC7-2A66-4C49-BF4A-4C8E7C1EE291}" srcId="{86D553D2-68D9-4DAF-B3A1-E4DB7C3EFDF5}" destId="{15A17560-8677-45A8-90C2-F54387C4F841}" srcOrd="0" destOrd="0" parTransId="{C876D8A9-BAC8-4705-AA3F-BE418E34B1C8}" sibTransId="{E0FA21D1-6BD3-43DC-87CC-C89BE7871E9A}"/>
    <dgm:cxn modelId="{40D4A8FE-ADEA-4E71-96C0-10F643814383}" type="presOf" srcId="{15A17560-8677-45A8-90C2-F54387C4F841}" destId="{A4039B15-25F2-4D71-84D9-4DEE318F5F4F}" srcOrd="0" destOrd="0" presId="urn:microsoft.com/office/officeart/2008/layout/LinedList"/>
    <dgm:cxn modelId="{949B9DBB-0FF3-4BD1-9312-AC33BAD12B9D}" type="presParOf" srcId="{E6D51C7C-99F2-4452-A012-648918013237}" destId="{CC1E7267-326C-4AB2-A756-B08A1E711E61}" srcOrd="0" destOrd="0" presId="urn:microsoft.com/office/officeart/2008/layout/LinedList"/>
    <dgm:cxn modelId="{2AA47DF6-0FCA-4499-9CC4-4A32C31DE1DB}" type="presParOf" srcId="{E6D51C7C-99F2-4452-A012-648918013237}" destId="{03EE8803-25A9-4548-B79C-4660B5F6C5B9}" srcOrd="1" destOrd="0" presId="urn:microsoft.com/office/officeart/2008/layout/LinedList"/>
    <dgm:cxn modelId="{CC212E53-3E04-4FE9-904F-322C201CB82B}" type="presParOf" srcId="{03EE8803-25A9-4548-B79C-4660B5F6C5B9}" destId="{A4039B15-25F2-4D71-84D9-4DEE318F5F4F}" srcOrd="0" destOrd="0" presId="urn:microsoft.com/office/officeart/2008/layout/LinedList"/>
    <dgm:cxn modelId="{249804C7-A218-432C-89A2-05E30BB39A1A}" type="presParOf" srcId="{03EE8803-25A9-4548-B79C-4660B5F6C5B9}" destId="{B013CD23-669C-429A-B0AB-F7EC16ACEE7B}" srcOrd="1" destOrd="0" presId="urn:microsoft.com/office/officeart/2008/layout/LinedList"/>
    <dgm:cxn modelId="{41B13B7F-F1A0-4D0A-998E-DBB5E10D14D6}" type="presParOf" srcId="{E6D51C7C-99F2-4452-A012-648918013237}" destId="{42FAE485-C8A4-4B7E-9805-6F55A1DF2778}" srcOrd="2" destOrd="0" presId="urn:microsoft.com/office/officeart/2008/layout/LinedList"/>
    <dgm:cxn modelId="{67D8680F-A7F2-49AF-9340-0F117BFFE606}" type="presParOf" srcId="{E6D51C7C-99F2-4452-A012-648918013237}" destId="{48A8D7DE-EBD5-4030-B0C9-7361946EFF3D}" srcOrd="3" destOrd="0" presId="urn:microsoft.com/office/officeart/2008/layout/LinedList"/>
    <dgm:cxn modelId="{2A928235-262D-48F7-B63F-95E55F16A846}" type="presParOf" srcId="{48A8D7DE-EBD5-4030-B0C9-7361946EFF3D}" destId="{CB3D859C-CDAF-424A-A76B-4C12BA0E5BB0}" srcOrd="0" destOrd="0" presId="urn:microsoft.com/office/officeart/2008/layout/LinedList"/>
    <dgm:cxn modelId="{090DFE9F-501D-4089-A383-725AB52CE471}" type="presParOf" srcId="{48A8D7DE-EBD5-4030-B0C9-7361946EFF3D}" destId="{B4DE469A-F98F-4E17-981D-3589274658D2}" srcOrd="1" destOrd="0" presId="urn:microsoft.com/office/officeart/2008/layout/LinedList"/>
    <dgm:cxn modelId="{FE4FD7EE-A584-4760-9D7A-014C9EBAD594}" type="presParOf" srcId="{E6D51C7C-99F2-4452-A012-648918013237}" destId="{FC799A61-EC30-4C42-9C70-1F25063D761A}" srcOrd="4" destOrd="0" presId="urn:microsoft.com/office/officeart/2008/layout/LinedList"/>
    <dgm:cxn modelId="{812969AA-5A86-4DA6-9CB1-0FE43C0E7613}" type="presParOf" srcId="{E6D51C7C-99F2-4452-A012-648918013237}" destId="{0DF3E61E-0E1F-4B59-B7AE-82F52ADA4EE8}" srcOrd="5" destOrd="0" presId="urn:microsoft.com/office/officeart/2008/layout/LinedList"/>
    <dgm:cxn modelId="{60108C57-1CC0-4F5E-9FDF-6968C631442A}" type="presParOf" srcId="{0DF3E61E-0E1F-4B59-B7AE-82F52ADA4EE8}" destId="{74B2294D-47FC-41ED-ADE3-D1C89385BDC4}" srcOrd="0" destOrd="0" presId="urn:microsoft.com/office/officeart/2008/layout/LinedList"/>
    <dgm:cxn modelId="{36ED9E12-8E53-477D-91FC-804E27B7488B}" type="presParOf" srcId="{0DF3E61E-0E1F-4B59-B7AE-82F52ADA4EE8}" destId="{04E56433-B6A8-4630-8EED-27A247CCB13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E5230A8-95E5-465C-A4C9-63A2D431B2EF}"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23F7070D-D7F4-4D69-9FEB-3B34BA752A06}">
      <dgm:prSet/>
      <dgm:spPr/>
      <dgm:t>
        <a:bodyPr/>
        <a:lstStyle/>
        <a:p>
          <a:r>
            <a:rPr lang="en-US"/>
            <a:t>Perimeter Security</a:t>
          </a:r>
        </a:p>
      </dgm:t>
    </dgm:pt>
    <dgm:pt modelId="{481E11E3-6647-4721-A1A7-3287E35B3A49}" type="parTrans" cxnId="{2A5B4BA3-3AFD-4DA4-B256-4F485523693F}">
      <dgm:prSet/>
      <dgm:spPr/>
      <dgm:t>
        <a:bodyPr/>
        <a:lstStyle/>
        <a:p>
          <a:endParaRPr lang="en-US"/>
        </a:p>
      </dgm:t>
    </dgm:pt>
    <dgm:pt modelId="{7DD80369-4819-42E4-83C6-B463E910BF73}" type="sibTrans" cxnId="{2A5B4BA3-3AFD-4DA4-B256-4F485523693F}">
      <dgm:prSet/>
      <dgm:spPr/>
      <dgm:t>
        <a:bodyPr/>
        <a:lstStyle/>
        <a:p>
          <a:endParaRPr lang="en-US"/>
        </a:p>
      </dgm:t>
    </dgm:pt>
    <dgm:pt modelId="{958AFC4C-EBC1-432F-878E-31832C1E2E33}">
      <dgm:prSet/>
      <dgm:spPr/>
      <dgm:t>
        <a:bodyPr/>
        <a:lstStyle/>
        <a:p>
          <a:r>
            <a:rPr lang="en-US"/>
            <a:t>Network Security</a:t>
          </a:r>
        </a:p>
      </dgm:t>
    </dgm:pt>
    <dgm:pt modelId="{0012518F-1B7D-4A2B-9AEF-CE5F1C7FDE96}" type="parTrans" cxnId="{ECBFDEA4-225B-4E66-BF9E-41439BC95092}">
      <dgm:prSet/>
      <dgm:spPr/>
      <dgm:t>
        <a:bodyPr/>
        <a:lstStyle/>
        <a:p>
          <a:endParaRPr lang="en-US"/>
        </a:p>
      </dgm:t>
    </dgm:pt>
    <dgm:pt modelId="{59E223D7-E8B5-42F2-96BA-81D6A172486A}" type="sibTrans" cxnId="{ECBFDEA4-225B-4E66-BF9E-41439BC95092}">
      <dgm:prSet/>
      <dgm:spPr/>
      <dgm:t>
        <a:bodyPr/>
        <a:lstStyle/>
        <a:p>
          <a:endParaRPr lang="en-US"/>
        </a:p>
      </dgm:t>
    </dgm:pt>
    <dgm:pt modelId="{30548EA0-1C6B-4167-BC86-EBFAF48DD4FF}">
      <dgm:prSet/>
      <dgm:spPr/>
      <dgm:t>
        <a:bodyPr/>
        <a:lstStyle/>
        <a:p>
          <a:r>
            <a:rPr lang="en-US"/>
            <a:t>Application Security</a:t>
          </a:r>
        </a:p>
      </dgm:t>
    </dgm:pt>
    <dgm:pt modelId="{FBA8523C-32A0-4A2C-B6CA-AB2D58AD5C42}" type="parTrans" cxnId="{4F398017-4060-45AE-829F-8552516973AA}">
      <dgm:prSet/>
      <dgm:spPr/>
      <dgm:t>
        <a:bodyPr/>
        <a:lstStyle/>
        <a:p>
          <a:endParaRPr lang="en-US"/>
        </a:p>
      </dgm:t>
    </dgm:pt>
    <dgm:pt modelId="{7FAE1839-617F-40B5-B6A5-F88BE983C3D2}" type="sibTrans" cxnId="{4F398017-4060-45AE-829F-8552516973AA}">
      <dgm:prSet/>
      <dgm:spPr/>
      <dgm:t>
        <a:bodyPr/>
        <a:lstStyle/>
        <a:p>
          <a:endParaRPr lang="en-US"/>
        </a:p>
      </dgm:t>
    </dgm:pt>
    <dgm:pt modelId="{84727CC4-204E-497C-BFE1-F21546096097}">
      <dgm:prSet/>
      <dgm:spPr/>
      <dgm:t>
        <a:bodyPr/>
        <a:lstStyle/>
        <a:p>
          <a:r>
            <a:rPr lang="en-US"/>
            <a:t>Data Security</a:t>
          </a:r>
        </a:p>
      </dgm:t>
    </dgm:pt>
    <dgm:pt modelId="{449E7604-1D60-4D45-A96C-B1D3C37E58C1}" type="parTrans" cxnId="{5DC55ED7-5C67-4DB5-A6C9-161C02F55652}">
      <dgm:prSet/>
      <dgm:spPr/>
      <dgm:t>
        <a:bodyPr/>
        <a:lstStyle/>
        <a:p>
          <a:endParaRPr lang="en-US"/>
        </a:p>
      </dgm:t>
    </dgm:pt>
    <dgm:pt modelId="{4F996009-1921-4BB4-889C-E9673282055E}" type="sibTrans" cxnId="{5DC55ED7-5C67-4DB5-A6C9-161C02F55652}">
      <dgm:prSet/>
      <dgm:spPr/>
      <dgm:t>
        <a:bodyPr/>
        <a:lstStyle/>
        <a:p>
          <a:endParaRPr lang="en-US"/>
        </a:p>
      </dgm:t>
    </dgm:pt>
    <dgm:pt modelId="{880C2057-8FB8-499E-A762-65950B9DD26E}" type="pres">
      <dgm:prSet presAssocID="{9E5230A8-95E5-465C-A4C9-63A2D431B2EF}" presName="vert0" presStyleCnt="0">
        <dgm:presLayoutVars>
          <dgm:dir/>
          <dgm:animOne val="branch"/>
          <dgm:animLvl val="lvl"/>
        </dgm:presLayoutVars>
      </dgm:prSet>
      <dgm:spPr/>
    </dgm:pt>
    <dgm:pt modelId="{E9607689-8DDA-4B21-B7BD-8F9ECEDFDF17}" type="pres">
      <dgm:prSet presAssocID="{23F7070D-D7F4-4D69-9FEB-3B34BA752A06}" presName="thickLine" presStyleLbl="alignNode1" presStyleIdx="0" presStyleCnt="4"/>
      <dgm:spPr/>
    </dgm:pt>
    <dgm:pt modelId="{0310B0FC-D09E-42BF-9862-134F665DEFE3}" type="pres">
      <dgm:prSet presAssocID="{23F7070D-D7F4-4D69-9FEB-3B34BA752A06}" presName="horz1" presStyleCnt="0"/>
      <dgm:spPr/>
    </dgm:pt>
    <dgm:pt modelId="{1902BACF-0127-41DB-AA87-EC1C061D08C6}" type="pres">
      <dgm:prSet presAssocID="{23F7070D-D7F4-4D69-9FEB-3B34BA752A06}" presName="tx1" presStyleLbl="revTx" presStyleIdx="0" presStyleCnt="4"/>
      <dgm:spPr/>
    </dgm:pt>
    <dgm:pt modelId="{7DB6DA49-BCF6-493F-B262-8BBF3689842A}" type="pres">
      <dgm:prSet presAssocID="{23F7070D-D7F4-4D69-9FEB-3B34BA752A06}" presName="vert1" presStyleCnt="0"/>
      <dgm:spPr/>
    </dgm:pt>
    <dgm:pt modelId="{B2E6BD2B-61FA-4655-B417-08FCA41C5B61}" type="pres">
      <dgm:prSet presAssocID="{958AFC4C-EBC1-432F-878E-31832C1E2E33}" presName="thickLine" presStyleLbl="alignNode1" presStyleIdx="1" presStyleCnt="4"/>
      <dgm:spPr/>
    </dgm:pt>
    <dgm:pt modelId="{3152523C-92B8-40E1-8C5B-479F575CD492}" type="pres">
      <dgm:prSet presAssocID="{958AFC4C-EBC1-432F-878E-31832C1E2E33}" presName="horz1" presStyleCnt="0"/>
      <dgm:spPr/>
    </dgm:pt>
    <dgm:pt modelId="{8C48C46B-9E75-40A5-973D-2BB52FE47E3D}" type="pres">
      <dgm:prSet presAssocID="{958AFC4C-EBC1-432F-878E-31832C1E2E33}" presName="tx1" presStyleLbl="revTx" presStyleIdx="1" presStyleCnt="4"/>
      <dgm:spPr/>
    </dgm:pt>
    <dgm:pt modelId="{52815DDE-E0F2-4CA6-9E46-F6C07ECAAD34}" type="pres">
      <dgm:prSet presAssocID="{958AFC4C-EBC1-432F-878E-31832C1E2E33}" presName="vert1" presStyleCnt="0"/>
      <dgm:spPr/>
    </dgm:pt>
    <dgm:pt modelId="{77592390-0D9A-4AAC-92F6-70085D5DBEF7}" type="pres">
      <dgm:prSet presAssocID="{30548EA0-1C6B-4167-BC86-EBFAF48DD4FF}" presName="thickLine" presStyleLbl="alignNode1" presStyleIdx="2" presStyleCnt="4"/>
      <dgm:spPr/>
    </dgm:pt>
    <dgm:pt modelId="{DC78BAFA-D19E-4EA9-8379-AD516CA2830E}" type="pres">
      <dgm:prSet presAssocID="{30548EA0-1C6B-4167-BC86-EBFAF48DD4FF}" presName="horz1" presStyleCnt="0"/>
      <dgm:spPr/>
    </dgm:pt>
    <dgm:pt modelId="{9B670C58-0E65-4215-B4F5-D05659BEEDE4}" type="pres">
      <dgm:prSet presAssocID="{30548EA0-1C6B-4167-BC86-EBFAF48DD4FF}" presName="tx1" presStyleLbl="revTx" presStyleIdx="2" presStyleCnt="4"/>
      <dgm:spPr/>
    </dgm:pt>
    <dgm:pt modelId="{30CCE865-8907-45DC-B4DE-86FD2C124060}" type="pres">
      <dgm:prSet presAssocID="{30548EA0-1C6B-4167-BC86-EBFAF48DD4FF}" presName="vert1" presStyleCnt="0"/>
      <dgm:spPr/>
    </dgm:pt>
    <dgm:pt modelId="{14F5C573-0AD9-4F96-91B8-DD1F03808CAC}" type="pres">
      <dgm:prSet presAssocID="{84727CC4-204E-497C-BFE1-F21546096097}" presName="thickLine" presStyleLbl="alignNode1" presStyleIdx="3" presStyleCnt="4"/>
      <dgm:spPr/>
    </dgm:pt>
    <dgm:pt modelId="{D7D1B18D-B324-447E-AB10-B6A3873424FD}" type="pres">
      <dgm:prSet presAssocID="{84727CC4-204E-497C-BFE1-F21546096097}" presName="horz1" presStyleCnt="0"/>
      <dgm:spPr/>
    </dgm:pt>
    <dgm:pt modelId="{F2876264-8CFD-4C71-983F-410CA4F81FC2}" type="pres">
      <dgm:prSet presAssocID="{84727CC4-204E-497C-BFE1-F21546096097}" presName="tx1" presStyleLbl="revTx" presStyleIdx="3" presStyleCnt="4"/>
      <dgm:spPr/>
    </dgm:pt>
    <dgm:pt modelId="{6D3B5FE7-E4AF-499A-8224-42A424B2E556}" type="pres">
      <dgm:prSet presAssocID="{84727CC4-204E-497C-BFE1-F21546096097}" presName="vert1" presStyleCnt="0"/>
      <dgm:spPr/>
    </dgm:pt>
  </dgm:ptLst>
  <dgm:cxnLst>
    <dgm:cxn modelId="{385A2413-D3D9-46D2-88DF-AF5EE8F193CA}" type="presOf" srcId="{30548EA0-1C6B-4167-BC86-EBFAF48DD4FF}" destId="{9B670C58-0E65-4215-B4F5-D05659BEEDE4}" srcOrd="0" destOrd="0" presId="urn:microsoft.com/office/officeart/2008/layout/LinedList"/>
    <dgm:cxn modelId="{4F398017-4060-45AE-829F-8552516973AA}" srcId="{9E5230A8-95E5-465C-A4C9-63A2D431B2EF}" destId="{30548EA0-1C6B-4167-BC86-EBFAF48DD4FF}" srcOrd="2" destOrd="0" parTransId="{FBA8523C-32A0-4A2C-B6CA-AB2D58AD5C42}" sibTransId="{7FAE1839-617F-40B5-B6A5-F88BE983C3D2}"/>
    <dgm:cxn modelId="{BD1FD441-CDD3-48ED-A436-C9C672E74C33}" type="presOf" srcId="{958AFC4C-EBC1-432F-878E-31832C1E2E33}" destId="{8C48C46B-9E75-40A5-973D-2BB52FE47E3D}" srcOrd="0" destOrd="0" presId="urn:microsoft.com/office/officeart/2008/layout/LinedList"/>
    <dgm:cxn modelId="{8BFB8347-6F8F-456A-B019-C7885D3AF8C2}" type="presOf" srcId="{9E5230A8-95E5-465C-A4C9-63A2D431B2EF}" destId="{880C2057-8FB8-499E-A762-65950B9DD26E}" srcOrd="0" destOrd="0" presId="urn:microsoft.com/office/officeart/2008/layout/LinedList"/>
    <dgm:cxn modelId="{501EB17D-6930-480B-8DD1-7BD4F79996CE}" type="presOf" srcId="{84727CC4-204E-497C-BFE1-F21546096097}" destId="{F2876264-8CFD-4C71-983F-410CA4F81FC2}" srcOrd="0" destOrd="0" presId="urn:microsoft.com/office/officeart/2008/layout/LinedList"/>
    <dgm:cxn modelId="{2A5B4BA3-3AFD-4DA4-B256-4F485523693F}" srcId="{9E5230A8-95E5-465C-A4C9-63A2D431B2EF}" destId="{23F7070D-D7F4-4D69-9FEB-3B34BA752A06}" srcOrd="0" destOrd="0" parTransId="{481E11E3-6647-4721-A1A7-3287E35B3A49}" sibTransId="{7DD80369-4819-42E4-83C6-B463E910BF73}"/>
    <dgm:cxn modelId="{ECBFDEA4-225B-4E66-BF9E-41439BC95092}" srcId="{9E5230A8-95E5-465C-A4C9-63A2D431B2EF}" destId="{958AFC4C-EBC1-432F-878E-31832C1E2E33}" srcOrd="1" destOrd="0" parTransId="{0012518F-1B7D-4A2B-9AEF-CE5F1C7FDE96}" sibTransId="{59E223D7-E8B5-42F2-96BA-81D6A172486A}"/>
    <dgm:cxn modelId="{5BD4DDD3-F4B5-4FFB-AE09-89E7D8CE6157}" type="presOf" srcId="{23F7070D-D7F4-4D69-9FEB-3B34BA752A06}" destId="{1902BACF-0127-41DB-AA87-EC1C061D08C6}" srcOrd="0" destOrd="0" presId="urn:microsoft.com/office/officeart/2008/layout/LinedList"/>
    <dgm:cxn modelId="{5DC55ED7-5C67-4DB5-A6C9-161C02F55652}" srcId="{9E5230A8-95E5-465C-A4C9-63A2D431B2EF}" destId="{84727CC4-204E-497C-BFE1-F21546096097}" srcOrd="3" destOrd="0" parTransId="{449E7604-1D60-4D45-A96C-B1D3C37E58C1}" sibTransId="{4F996009-1921-4BB4-889C-E9673282055E}"/>
    <dgm:cxn modelId="{CBF1E333-66C3-4F36-AC3E-C21F92858556}" type="presParOf" srcId="{880C2057-8FB8-499E-A762-65950B9DD26E}" destId="{E9607689-8DDA-4B21-B7BD-8F9ECEDFDF17}" srcOrd="0" destOrd="0" presId="urn:microsoft.com/office/officeart/2008/layout/LinedList"/>
    <dgm:cxn modelId="{93965949-9C9C-43F9-9AE4-08C1F9E2B790}" type="presParOf" srcId="{880C2057-8FB8-499E-A762-65950B9DD26E}" destId="{0310B0FC-D09E-42BF-9862-134F665DEFE3}" srcOrd="1" destOrd="0" presId="urn:microsoft.com/office/officeart/2008/layout/LinedList"/>
    <dgm:cxn modelId="{C7DB2112-6F12-485E-9396-A851851CA5DF}" type="presParOf" srcId="{0310B0FC-D09E-42BF-9862-134F665DEFE3}" destId="{1902BACF-0127-41DB-AA87-EC1C061D08C6}" srcOrd="0" destOrd="0" presId="urn:microsoft.com/office/officeart/2008/layout/LinedList"/>
    <dgm:cxn modelId="{A813A8D9-DA79-4463-8EE9-38C17876587C}" type="presParOf" srcId="{0310B0FC-D09E-42BF-9862-134F665DEFE3}" destId="{7DB6DA49-BCF6-493F-B262-8BBF3689842A}" srcOrd="1" destOrd="0" presId="urn:microsoft.com/office/officeart/2008/layout/LinedList"/>
    <dgm:cxn modelId="{26EA3DE0-84CD-405C-B61E-16B975A64E9D}" type="presParOf" srcId="{880C2057-8FB8-499E-A762-65950B9DD26E}" destId="{B2E6BD2B-61FA-4655-B417-08FCA41C5B61}" srcOrd="2" destOrd="0" presId="urn:microsoft.com/office/officeart/2008/layout/LinedList"/>
    <dgm:cxn modelId="{FF3570FE-8465-40D8-A6F8-B6D8F60B15C2}" type="presParOf" srcId="{880C2057-8FB8-499E-A762-65950B9DD26E}" destId="{3152523C-92B8-40E1-8C5B-479F575CD492}" srcOrd="3" destOrd="0" presId="urn:microsoft.com/office/officeart/2008/layout/LinedList"/>
    <dgm:cxn modelId="{56BBB8D5-F8AC-445E-B721-DACF43D279E1}" type="presParOf" srcId="{3152523C-92B8-40E1-8C5B-479F575CD492}" destId="{8C48C46B-9E75-40A5-973D-2BB52FE47E3D}" srcOrd="0" destOrd="0" presId="urn:microsoft.com/office/officeart/2008/layout/LinedList"/>
    <dgm:cxn modelId="{8D79856C-0748-4CDC-8213-31BB070B68A7}" type="presParOf" srcId="{3152523C-92B8-40E1-8C5B-479F575CD492}" destId="{52815DDE-E0F2-4CA6-9E46-F6C07ECAAD34}" srcOrd="1" destOrd="0" presId="urn:microsoft.com/office/officeart/2008/layout/LinedList"/>
    <dgm:cxn modelId="{3F6D0BF2-12F1-4F56-ADDD-ACF5EE28F22B}" type="presParOf" srcId="{880C2057-8FB8-499E-A762-65950B9DD26E}" destId="{77592390-0D9A-4AAC-92F6-70085D5DBEF7}" srcOrd="4" destOrd="0" presId="urn:microsoft.com/office/officeart/2008/layout/LinedList"/>
    <dgm:cxn modelId="{E79E3B76-3988-4DD9-91C3-BA43F78A6D0C}" type="presParOf" srcId="{880C2057-8FB8-499E-A762-65950B9DD26E}" destId="{DC78BAFA-D19E-4EA9-8379-AD516CA2830E}" srcOrd="5" destOrd="0" presId="urn:microsoft.com/office/officeart/2008/layout/LinedList"/>
    <dgm:cxn modelId="{29302730-6F85-40E8-83BC-26D3C16E8E16}" type="presParOf" srcId="{DC78BAFA-D19E-4EA9-8379-AD516CA2830E}" destId="{9B670C58-0E65-4215-B4F5-D05659BEEDE4}" srcOrd="0" destOrd="0" presId="urn:microsoft.com/office/officeart/2008/layout/LinedList"/>
    <dgm:cxn modelId="{06D79C6F-4940-41F8-A9FE-DF4F5DF6E295}" type="presParOf" srcId="{DC78BAFA-D19E-4EA9-8379-AD516CA2830E}" destId="{30CCE865-8907-45DC-B4DE-86FD2C124060}" srcOrd="1" destOrd="0" presId="urn:microsoft.com/office/officeart/2008/layout/LinedList"/>
    <dgm:cxn modelId="{62F08987-D8F6-43C9-A889-F159FC6A3A96}" type="presParOf" srcId="{880C2057-8FB8-499E-A762-65950B9DD26E}" destId="{14F5C573-0AD9-4F96-91B8-DD1F03808CAC}" srcOrd="6" destOrd="0" presId="urn:microsoft.com/office/officeart/2008/layout/LinedList"/>
    <dgm:cxn modelId="{582A8FC1-50E5-4C22-BFE2-BFF112DAD009}" type="presParOf" srcId="{880C2057-8FB8-499E-A762-65950B9DD26E}" destId="{D7D1B18D-B324-447E-AB10-B6A3873424FD}" srcOrd="7" destOrd="0" presId="urn:microsoft.com/office/officeart/2008/layout/LinedList"/>
    <dgm:cxn modelId="{DC2374C1-4112-42FC-8A56-AE080A1BE4F4}" type="presParOf" srcId="{D7D1B18D-B324-447E-AB10-B6A3873424FD}" destId="{F2876264-8CFD-4C71-983F-410CA4F81FC2}" srcOrd="0" destOrd="0" presId="urn:microsoft.com/office/officeart/2008/layout/LinedList"/>
    <dgm:cxn modelId="{E5CD85B7-85CA-49BD-8781-E075B98614F3}" type="presParOf" srcId="{D7D1B18D-B324-447E-AB10-B6A3873424FD}" destId="{6D3B5FE7-E4AF-499A-8224-42A424B2E55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764E8C-EE42-4666-B8E4-DDE2D14A9E4F}"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715459A2-3521-4FB9-A25E-4E7AE8531E22}">
      <dgm:prSet/>
      <dgm:spPr/>
      <dgm:t>
        <a:bodyPr/>
        <a:lstStyle/>
        <a:p>
          <a:r>
            <a:rPr lang="en-US"/>
            <a:t>Requirement Analysis</a:t>
          </a:r>
        </a:p>
      </dgm:t>
    </dgm:pt>
    <dgm:pt modelId="{1102D9E1-880D-4668-B69D-ACF3B5521441}" type="parTrans" cxnId="{554AD899-E25E-4EB3-B9F0-DD480B9095E4}">
      <dgm:prSet/>
      <dgm:spPr/>
      <dgm:t>
        <a:bodyPr/>
        <a:lstStyle/>
        <a:p>
          <a:endParaRPr lang="en-US"/>
        </a:p>
      </dgm:t>
    </dgm:pt>
    <dgm:pt modelId="{69A1D409-0868-4AF7-A41A-46EFDA2D8BE7}" type="sibTrans" cxnId="{554AD899-E25E-4EB3-B9F0-DD480B9095E4}">
      <dgm:prSet/>
      <dgm:spPr/>
      <dgm:t>
        <a:bodyPr/>
        <a:lstStyle/>
        <a:p>
          <a:endParaRPr lang="en-US"/>
        </a:p>
      </dgm:t>
    </dgm:pt>
    <dgm:pt modelId="{4369669A-E3D5-41C6-9DC0-733D1A1E7BDD}">
      <dgm:prSet/>
      <dgm:spPr/>
      <dgm:t>
        <a:bodyPr/>
        <a:lstStyle/>
        <a:p>
          <a:r>
            <a:rPr lang="en-US"/>
            <a:t>Design</a:t>
          </a:r>
        </a:p>
      </dgm:t>
    </dgm:pt>
    <dgm:pt modelId="{0CFB3FFF-52AF-45C0-BB7D-AA266FA1FC7A}" type="parTrans" cxnId="{2A7F8020-F33C-4CD2-9375-AF4881D60BDE}">
      <dgm:prSet/>
      <dgm:spPr/>
      <dgm:t>
        <a:bodyPr/>
        <a:lstStyle/>
        <a:p>
          <a:endParaRPr lang="en-US"/>
        </a:p>
      </dgm:t>
    </dgm:pt>
    <dgm:pt modelId="{3426477F-BCC7-4FC1-89CD-E87F6FC98FC8}" type="sibTrans" cxnId="{2A7F8020-F33C-4CD2-9375-AF4881D60BDE}">
      <dgm:prSet/>
      <dgm:spPr/>
      <dgm:t>
        <a:bodyPr/>
        <a:lstStyle/>
        <a:p>
          <a:endParaRPr lang="en-US"/>
        </a:p>
      </dgm:t>
    </dgm:pt>
    <dgm:pt modelId="{85CCBCF0-D0D8-4A83-A46D-A6075428866F}">
      <dgm:prSet/>
      <dgm:spPr/>
      <dgm:t>
        <a:bodyPr/>
        <a:lstStyle/>
        <a:p>
          <a:r>
            <a:rPr lang="en-US"/>
            <a:t>Implementation</a:t>
          </a:r>
        </a:p>
      </dgm:t>
    </dgm:pt>
    <dgm:pt modelId="{498819B5-A81E-4CB8-85A5-0DF84673916F}" type="parTrans" cxnId="{ED933521-AE01-4D0E-A6F3-F279CDE5FD2B}">
      <dgm:prSet/>
      <dgm:spPr/>
      <dgm:t>
        <a:bodyPr/>
        <a:lstStyle/>
        <a:p>
          <a:endParaRPr lang="en-US"/>
        </a:p>
      </dgm:t>
    </dgm:pt>
    <dgm:pt modelId="{4E01CF5F-28A4-4F90-85E4-133566FB6360}" type="sibTrans" cxnId="{ED933521-AE01-4D0E-A6F3-F279CDE5FD2B}">
      <dgm:prSet/>
      <dgm:spPr/>
      <dgm:t>
        <a:bodyPr/>
        <a:lstStyle/>
        <a:p>
          <a:endParaRPr lang="en-US"/>
        </a:p>
      </dgm:t>
    </dgm:pt>
    <dgm:pt modelId="{69A8DB0D-A0BC-4F05-812D-51183DA74F84}">
      <dgm:prSet/>
      <dgm:spPr/>
      <dgm:t>
        <a:bodyPr/>
        <a:lstStyle/>
        <a:p>
          <a:r>
            <a:rPr lang="en-US"/>
            <a:t>Testing</a:t>
          </a:r>
        </a:p>
      </dgm:t>
    </dgm:pt>
    <dgm:pt modelId="{06CFF500-774A-49A5-90A7-8A4C6F73DD24}" type="parTrans" cxnId="{1A6E6057-11EC-48D3-9F75-CCD78379237C}">
      <dgm:prSet/>
      <dgm:spPr/>
      <dgm:t>
        <a:bodyPr/>
        <a:lstStyle/>
        <a:p>
          <a:endParaRPr lang="en-US"/>
        </a:p>
      </dgm:t>
    </dgm:pt>
    <dgm:pt modelId="{013A1C5A-7EC6-44D7-9A3C-7BDDD19141DE}" type="sibTrans" cxnId="{1A6E6057-11EC-48D3-9F75-CCD78379237C}">
      <dgm:prSet/>
      <dgm:spPr/>
      <dgm:t>
        <a:bodyPr/>
        <a:lstStyle/>
        <a:p>
          <a:endParaRPr lang="en-US"/>
        </a:p>
      </dgm:t>
    </dgm:pt>
    <dgm:pt modelId="{BD2B2454-FA38-4DCF-9AF6-9704C2FA892B}">
      <dgm:prSet/>
      <dgm:spPr/>
      <dgm:t>
        <a:bodyPr/>
        <a:lstStyle/>
        <a:p>
          <a:r>
            <a:rPr lang="en-US"/>
            <a:t>Deployment</a:t>
          </a:r>
        </a:p>
      </dgm:t>
    </dgm:pt>
    <dgm:pt modelId="{CB5BE22A-6D3D-4FBC-BF1B-861A17CA6245}" type="parTrans" cxnId="{184548DF-33BD-4DD6-A993-06CC62F6C036}">
      <dgm:prSet/>
      <dgm:spPr/>
      <dgm:t>
        <a:bodyPr/>
        <a:lstStyle/>
        <a:p>
          <a:endParaRPr lang="en-US"/>
        </a:p>
      </dgm:t>
    </dgm:pt>
    <dgm:pt modelId="{8FB571B3-E890-47B6-ACC1-570A551A48EF}" type="sibTrans" cxnId="{184548DF-33BD-4DD6-A993-06CC62F6C036}">
      <dgm:prSet/>
      <dgm:spPr/>
      <dgm:t>
        <a:bodyPr/>
        <a:lstStyle/>
        <a:p>
          <a:endParaRPr lang="en-US"/>
        </a:p>
      </dgm:t>
    </dgm:pt>
    <dgm:pt modelId="{3ED79FBC-C6A7-43B9-A45F-9CC518571EB8}">
      <dgm:prSet/>
      <dgm:spPr/>
      <dgm:t>
        <a:bodyPr/>
        <a:lstStyle/>
        <a:p>
          <a:r>
            <a:rPr lang="en-US"/>
            <a:t>Maintenance</a:t>
          </a:r>
        </a:p>
      </dgm:t>
    </dgm:pt>
    <dgm:pt modelId="{0553BF50-1AF6-43EF-8CC8-65975DC8701E}" type="parTrans" cxnId="{C2B9F685-B244-40D9-BDF8-CCA1AE2D4A87}">
      <dgm:prSet/>
      <dgm:spPr/>
      <dgm:t>
        <a:bodyPr/>
        <a:lstStyle/>
        <a:p>
          <a:endParaRPr lang="en-US"/>
        </a:p>
      </dgm:t>
    </dgm:pt>
    <dgm:pt modelId="{B8CB05A1-3ADF-4F59-BE2F-67553CF7E949}" type="sibTrans" cxnId="{C2B9F685-B244-40D9-BDF8-CCA1AE2D4A87}">
      <dgm:prSet/>
      <dgm:spPr/>
      <dgm:t>
        <a:bodyPr/>
        <a:lstStyle/>
        <a:p>
          <a:endParaRPr lang="en-US"/>
        </a:p>
      </dgm:t>
    </dgm:pt>
    <dgm:pt modelId="{E9721866-7F94-43F1-AF81-7E1A26972428}" type="pres">
      <dgm:prSet presAssocID="{E1764E8C-EE42-4666-B8E4-DDE2D14A9E4F}" presName="vert0" presStyleCnt="0">
        <dgm:presLayoutVars>
          <dgm:dir/>
          <dgm:animOne val="branch"/>
          <dgm:animLvl val="lvl"/>
        </dgm:presLayoutVars>
      </dgm:prSet>
      <dgm:spPr/>
    </dgm:pt>
    <dgm:pt modelId="{8778AF0A-2776-47E3-9490-CDDAD950AF01}" type="pres">
      <dgm:prSet presAssocID="{715459A2-3521-4FB9-A25E-4E7AE8531E22}" presName="thickLine" presStyleLbl="alignNode1" presStyleIdx="0" presStyleCnt="6"/>
      <dgm:spPr/>
    </dgm:pt>
    <dgm:pt modelId="{5666B1D5-8668-46C0-8DAE-83A5724506F4}" type="pres">
      <dgm:prSet presAssocID="{715459A2-3521-4FB9-A25E-4E7AE8531E22}" presName="horz1" presStyleCnt="0"/>
      <dgm:spPr/>
    </dgm:pt>
    <dgm:pt modelId="{92CCA405-DADF-43FC-8283-2CC1C6701BA9}" type="pres">
      <dgm:prSet presAssocID="{715459A2-3521-4FB9-A25E-4E7AE8531E22}" presName="tx1" presStyleLbl="revTx" presStyleIdx="0" presStyleCnt="6"/>
      <dgm:spPr/>
    </dgm:pt>
    <dgm:pt modelId="{1DCD4AC7-F80D-4A59-BEB9-2D880975CF24}" type="pres">
      <dgm:prSet presAssocID="{715459A2-3521-4FB9-A25E-4E7AE8531E22}" presName="vert1" presStyleCnt="0"/>
      <dgm:spPr/>
    </dgm:pt>
    <dgm:pt modelId="{1CD90F60-16AB-41F0-AFEA-09766E586885}" type="pres">
      <dgm:prSet presAssocID="{4369669A-E3D5-41C6-9DC0-733D1A1E7BDD}" presName="thickLine" presStyleLbl="alignNode1" presStyleIdx="1" presStyleCnt="6"/>
      <dgm:spPr/>
    </dgm:pt>
    <dgm:pt modelId="{CBB7E8A8-32B6-41EB-9CA7-D9F11D4F8908}" type="pres">
      <dgm:prSet presAssocID="{4369669A-E3D5-41C6-9DC0-733D1A1E7BDD}" presName="horz1" presStyleCnt="0"/>
      <dgm:spPr/>
    </dgm:pt>
    <dgm:pt modelId="{59DA391A-0E1C-454E-BBD4-DA152E310610}" type="pres">
      <dgm:prSet presAssocID="{4369669A-E3D5-41C6-9DC0-733D1A1E7BDD}" presName="tx1" presStyleLbl="revTx" presStyleIdx="1" presStyleCnt="6"/>
      <dgm:spPr/>
    </dgm:pt>
    <dgm:pt modelId="{6F7C839D-D0D2-4E72-B7FA-C447FFB868F5}" type="pres">
      <dgm:prSet presAssocID="{4369669A-E3D5-41C6-9DC0-733D1A1E7BDD}" presName="vert1" presStyleCnt="0"/>
      <dgm:spPr/>
    </dgm:pt>
    <dgm:pt modelId="{02E2F717-713A-4C9C-85EF-12400E120052}" type="pres">
      <dgm:prSet presAssocID="{85CCBCF0-D0D8-4A83-A46D-A6075428866F}" presName="thickLine" presStyleLbl="alignNode1" presStyleIdx="2" presStyleCnt="6"/>
      <dgm:spPr/>
    </dgm:pt>
    <dgm:pt modelId="{17459182-B2C4-4F5D-8EEC-C9EE5951C7D9}" type="pres">
      <dgm:prSet presAssocID="{85CCBCF0-D0D8-4A83-A46D-A6075428866F}" presName="horz1" presStyleCnt="0"/>
      <dgm:spPr/>
    </dgm:pt>
    <dgm:pt modelId="{64FEF4D5-3F22-4C02-951E-7BFBA9997734}" type="pres">
      <dgm:prSet presAssocID="{85CCBCF0-D0D8-4A83-A46D-A6075428866F}" presName="tx1" presStyleLbl="revTx" presStyleIdx="2" presStyleCnt="6"/>
      <dgm:spPr/>
    </dgm:pt>
    <dgm:pt modelId="{3E3E0CCF-78B2-4466-B0B1-F3792CB328C2}" type="pres">
      <dgm:prSet presAssocID="{85CCBCF0-D0D8-4A83-A46D-A6075428866F}" presName="vert1" presStyleCnt="0"/>
      <dgm:spPr/>
    </dgm:pt>
    <dgm:pt modelId="{012465FA-A55C-4180-A425-A771C41C6FA0}" type="pres">
      <dgm:prSet presAssocID="{69A8DB0D-A0BC-4F05-812D-51183DA74F84}" presName="thickLine" presStyleLbl="alignNode1" presStyleIdx="3" presStyleCnt="6"/>
      <dgm:spPr/>
    </dgm:pt>
    <dgm:pt modelId="{285A107C-CE36-4745-8D0A-AD4FC9373F54}" type="pres">
      <dgm:prSet presAssocID="{69A8DB0D-A0BC-4F05-812D-51183DA74F84}" presName="horz1" presStyleCnt="0"/>
      <dgm:spPr/>
    </dgm:pt>
    <dgm:pt modelId="{7A340EF1-ED80-4061-9EA8-257D67D68925}" type="pres">
      <dgm:prSet presAssocID="{69A8DB0D-A0BC-4F05-812D-51183DA74F84}" presName="tx1" presStyleLbl="revTx" presStyleIdx="3" presStyleCnt="6"/>
      <dgm:spPr/>
    </dgm:pt>
    <dgm:pt modelId="{8717389E-0558-4C00-A1A5-376690D786EF}" type="pres">
      <dgm:prSet presAssocID="{69A8DB0D-A0BC-4F05-812D-51183DA74F84}" presName="vert1" presStyleCnt="0"/>
      <dgm:spPr/>
    </dgm:pt>
    <dgm:pt modelId="{86D0D951-5659-42A3-BD99-E0BAEB0F94E4}" type="pres">
      <dgm:prSet presAssocID="{BD2B2454-FA38-4DCF-9AF6-9704C2FA892B}" presName="thickLine" presStyleLbl="alignNode1" presStyleIdx="4" presStyleCnt="6"/>
      <dgm:spPr/>
    </dgm:pt>
    <dgm:pt modelId="{D1ECD41D-0FA2-43D4-9D17-405D1841EA40}" type="pres">
      <dgm:prSet presAssocID="{BD2B2454-FA38-4DCF-9AF6-9704C2FA892B}" presName="horz1" presStyleCnt="0"/>
      <dgm:spPr/>
    </dgm:pt>
    <dgm:pt modelId="{D1BC83EE-91FC-4A13-AACE-776A3CA8771B}" type="pres">
      <dgm:prSet presAssocID="{BD2B2454-FA38-4DCF-9AF6-9704C2FA892B}" presName="tx1" presStyleLbl="revTx" presStyleIdx="4" presStyleCnt="6"/>
      <dgm:spPr/>
    </dgm:pt>
    <dgm:pt modelId="{4D4478B3-4CD2-43CC-B15B-4D59A2967D63}" type="pres">
      <dgm:prSet presAssocID="{BD2B2454-FA38-4DCF-9AF6-9704C2FA892B}" presName="vert1" presStyleCnt="0"/>
      <dgm:spPr/>
    </dgm:pt>
    <dgm:pt modelId="{9EF45C70-97AB-4A6C-B63D-3EB9007022BD}" type="pres">
      <dgm:prSet presAssocID="{3ED79FBC-C6A7-43B9-A45F-9CC518571EB8}" presName="thickLine" presStyleLbl="alignNode1" presStyleIdx="5" presStyleCnt="6"/>
      <dgm:spPr/>
    </dgm:pt>
    <dgm:pt modelId="{C4BF919E-16B3-4A33-88B0-BE2E734272DC}" type="pres">
      <dgm:prSet presAssocID="{3ED79FBC-C6A7-43B9-A45F-9CC518571EB8}" presName="horz1" presStyleCnt="0"/>
      <dgm:spPr/>
    </dgm:pt>
    <dgm:pt modelId="{8E1E49E4-8458-4CD2-B4DF-A1BC4849DFDB}" type="pres">
      <dgm:prSet presAssocID="{3ED79FBC-C6A7-43B9-A45F-9CC518571EB8}" presName="tx1" presStyleLbl="revTx" presStyleIdx="5" presStyleCnt="6"/>
      <dgm:spPr/>
    </dgm:pt>
    <dgm:pt modelId="{98C6DA52-4B10-4188-80EE-24A020E98970}" type="pres">
      <dgm:prSet presAssocID="{3ED79FBC-C6A7-43B9-A45F-9CC518571EB8}" presName="vert1" presStyleCnt="0"/>
      <dgm:spPr/>
    </dgm:pt>
  </dgm:ptLst>
  <dgm:cxnLst>
    <dgm:cxn modelId="{9E441E17-8426-422B-8A1D-0D87FE14B332}" type="presOf" srcId="{3ED79FBC-C6A7-43B9-A45F-9CC518571EB8}" destId="{8E1E49E4-8458-4CD2-B4DF-A1BC4849DFDB}" srcOrd="0" destOrd="0" presId="urn:microsoft.com/office/officeart/2008/layout/LinedList"/>
    <dgm:cxn modelId="{2A7F8020-F33C-4CD2-9375-AF4881D60BDE}" srcId="{E1764E8C-EE42-4666-B8E4-DDE2D14A9E4F}" destId="{4369669A-E3D5-41C6-9DC0-733D1A1E7BDD}" srcOrd="1" destOrd="0" parTransId="{0CFB3FFF-52AF-45C0-BB7D-AA266FA1FC7A}" sibTransId="{3426477F-BCC7-4FC1-89CD-E87F6FC98FC8}"/>
    <dgm:cxn modelId="{ED933521-AE01-4D0E-A6F3-F279CDE5FD2B}" srcId="{E1764E8C-EE42-4666-B8E4-DDE2D14A9E4F}" destId="{85CCBCF0-D0D8-4A83-A46D-A6075428866F}" srcOrd="2" destOrd="0" parTransId="{498819B5-A81E-4CB8-85A5-0DF84673916F}" sibTransId="{4E01CF5F-28A4-4F90-85E4-133566FB6360}"/>
    <dgm:cxn modelId="{DD199B76-4627-44B3-994D-02E2B5295241}" type="presOf" srcId="{4369669A-E3D5-41C6-9DC0-733D1A1E7BDD}" destId="{59DA391A-0E1C-454E-BBD4-DA152E310610}" srcOrd="0" destOrd="0" presId="urn:microsoft.com/office/officeart/2008/layout/LinedList"/>
    <dgm:cxn modelId="{1A6E6057-11EC-48D3-9F75-CCD78379237C}" srcId="{E1764E8C-EE42-4666-B8E4-DDE2D14A9E4F}" destId="{69A8DB0D-A0BC-4F05-812D-51183DA74F84}" srcOrd="3" destOrd="0" parTransId="{06CFF500-774A-49A5-90A7-8A4C6F73DD24}" sibTransId="{013A1C5A-7EC6-44D7-9A3C-7BDDD19141DE}"/>
    <dgm:cxn modelId="{C2B9F685-B244-40D9-BDF8-CCA1AE2D4A87}" srcId="{E1764E8C-EE42-4666-B8E4-DDE2D14A9E4F}" destId="{3ED79FBC-C6A7-43B9-A45F-9CC518571EB8}" srcOrd="5" destOrd="0" parTransId="{0553BF50-1AF6-43EF-8CC8-65975DC8701E}" sibTransId="{B8CB05A1-3ADF-4F59-BE2F-67553CF7E949}"/>
    <dgm:cxn modelId="{98955E93-8F84-4CE3-9E8F-975D9341675C}" type="presOf" srcId="{85CCBCF0-D0D8-4A83-A46D-A6075428866F}" destId="{64FEF4D5-3F22-4C02-951E-7BFBA9997734}" srcOrd="0" destOrd="0" presId="urn:microsoft.com/office/officeart/2008/layout/LinedList"/>
    <dgm:cxn modelId="{554AD899-E25E-4EB3-B9F0-DD480B9095E4}" srcId="{E1764E8C-EE42-4666-B8E4-DDE2D14A9E4F}" destId="{715459A2-3521-4FB9-A25E-4E7AE8531E22}" srcOrd="0" destOrd="0" parTransId="{1102D9E1-880D-4668-B69D-ACF3B5521441}" sibTransId="{69A1D409-0868-4AF7-A41A-46EFDA2D8BE7}"/>
    <dgm:cxn modelId="{268639A0-3155-482F-967F-A099EA8F0A7F}" type="presOf" srcId="{E1764E8C-EE42-4666-B8E4-DDE2D14A9E4F}" destId="{E9721866-7F94-43F1-AF81-7E1A26972428}" srcOrd="0" destOrd="0" presId="urn:microsoft.com/office/officeart/2008/layout/LinedList"/>
    <dgm:cxn modelId="{D3923DB9-0EB7-4DC5-A86A-926D52C70621}" type="presOf" srcId="{69A8DB0D-A0BC-4F05-812D-51183DA74F84}" destId="{7A340EF1-ED80-4061-9EA8-257D67D68925}" srcOrd="0" destOrd="0" presId="urn:microsoft.com/office/officeart/2008/layout/LinedList"/>
    <dgm:cxn modelId="{184548DF-33BD-4DD6-A993-06CC62F6C036}" srcId="{E1764E8C-EE42-4666-B8E4-DDE2D14A9E4F}" destId="{BD2B2454-FA38-4DCF-9AF6-9704C2FA892B}" srcOrd="4" destOrd="0" parTransId="{CB5BE22A-6D3D-4FBC-BF1B-861A17CA6245}" sibTransId="{8FB571B3-E890-47B6-ACC1-570A551A48EF}"/>
    <dgm:cxn modelId="{4D7625EE-7B63-46BC-9A14-9C8711E42250}" type="presOf" srcId="{715459A2-3521-4FB9-A25E-4E7AE8531E22}" destId="{92CCA405-DADF-43FC-8283-2CC1C6701BA9}" srcOrd="0" destOrd="0" presId="urn:microsoft.com/office/officeart/2008/layout/LinedList"/>
    <dgm:cxn modelId="{309C57FB-8DBA-4EAE-B1D3-FEA15CC76248}" type="presOf" srcId="{BD2B2454-FA38-4DCF-9AF6-9704C2FA892B}" destId="{D1BC83EE-91FC-4A13-AACE-776A3CA8771B}" srcOrd="0" destOrd="0" presId="urn:microsoft.com/office/officeart/2008/layout/LinedList"/>
    <dgm:cxn modelId="{E80817F1-CFE6-4C2A-8FEA-CA672D468940}" type="presParOf" srcId="{E9721866-7F94-43F1-AF81-7E1A26972428}" destId="{8778AF0A-2776-47E3-9490-CDDAD950AF01}" srcOrd="0" destOrd="0" presId="urn:microsoft.com/office/officeart/2008/layout/LinedList"/>
    <dgm:cxn modelId="{645D8448-BCC7-4E03-AB75-79724A878D56}" type="presParOf" srcId="{E9721866-7F94-43F1-AF81-7E1A26972428}" destId="{5666B1D5-8668-46C0-8DAE-83A5724506F4}" srcOrd="1" destOrd="0" presId="urn:microsoft.com/office/officeart/2008/layout/LinedList"/>
    <dgm:cxn modelId="{8A612B37-825F-4547-B76B-684618C0ACE8}" type="presParOf" srcId="{5666B1D5-8668-46C0-8DAE-83A5724506F4}" destId="{92CCA405-DADF-43FC-8283-2CC1C6701BA9}" srcOrd="0" destOrd="0" presId="urn:microsoft.com/office/officeart/2008/layout/LinedList"/>
    <dgm:cxn modelId="{F1B5FF99-F002-4DBF-833B-A20407BE6857}" type="presParOf" srcId="{5666B1D5-8668-46C0-8DAE-83A5724506F4}" destId="{1DCD4AC7-F80D-4A59-BEB9-2D880975CF24}" srcOrd="1" destOrd="0" presId="urn:microsoft.com/office/officeart/2008/layout/LinedList"/>
    <dgm:cxn modelId="{C4CDDAA5-F863-49B9-94FE-E6B3CF8C0D7C}" type="presParOf" srcId="{E9721866-7F94-43F1-AF81-7E1A26972428}" destId="{1CD90F60-16AB-41F0-AFEA-09766E586885}" srcOrd="2" destOrd="0" presId="urn:microsoft.com/office/officeart/2008/layout/LinedList"/>
    <dgm:cxn modelId="{C65BE07A-3F84-47DE-A9C6-F7EDDAB1825E}" type="presParOf" srcId="{E9721866-7F94-43F1-AF81-7E1A26972428}" destId="{CBB7E8A8-32B6-41EB-9CA7-D9F11D4F8908}" srcOrd="3" destOrd="0" presId="urn:microsoft.com/office/officeart/2008/layout/LinedList"/>
    <dgm:cxn modelId="{38103882-D5AB-4E97-A539-C550F3AACA9C}" type="presParOf" srcId="{CBB7E8A8-32B6-41EB-9CA7-D9F11D4F8908}" destId="{59DA391A-0E1C-454E-BBD4-DA152E310610}" srcOrd="0" destOrd="0" presId="urn:microsoft.com/office/officeart/2008/layout/LinedList"/>
    <dgm:cxn modelId="{9025AD8F-8F93-43A7-852D-8BADFAEE7EE5}" type="presParOf" srcId="{CBB7E8A8-32B6-41EB-9CA7-D9F11D4F8908}" destId="{6F7C839D-D0D2-4E72-B7FA-C447FFB868F5}" srcOrd="1" destOrd="0" presId="urn:microsoft.com/office/officeart/2008/layout/LinedList"/>
    <dgm:cxn modelId="{C8012041-93EF-4EC7-A889-379318C244A4}" type="presParOf" srcId="{E9721866-7F94-43F1-AF81-7E1A26972428}" destId="{02E2F717-713A-4C9C-85EF-12400E120052}" srcOrd="4" destOrd="0" presId="urn:microsoft.com/office/officeart/2008/layout/LinedList"/>
    <dgm:cxn modelId="{A11B6809-467D-4B0D-BAFB-6C0EBB932383}" type="presParOf" srcId="{E9721866-7F94-43F1-AF81-7E1A26972428}" destId="{17459182-B2C4-4F5D-8EEC-C9EE5951C7D9}" srcOrd="5" destOrd="0" presId="urn:microsoft.com/office/officeart/2008/layout/LinedList"/>
    <dgm:cxn modelId="{4CCC41AF-734C-4164-AE4D-B8CCAD14D8DE}" type="presParOf" srcId="{17459182-B2C4-4F5D-8EEC-C9EE5951C7D9}" destId="{64FEF4D5-3F22-4C02-951E-7BFBA9997734}" srcOrd="0" destOrd="0" presId="urn:microsoft.com/office/officeart/2008/layout/LinedList"/>
    <dgm:cxn modelId="{4B811E8E-02C2-44E6-98EC-6D541A921EF4}" type="presParOf" srcId="{17459182-B2C4-4F5D-8EEC-C9EE5951C7D9}" destId="{3E3E0CCF-78B2-4466-B0B1-F3792CB328C2}" srcOrd="1" destOrd="0" presId="urn:microsoft.com/office/officeart/2008/layout/LinedList"/>
    <dgm:cxn modelId="{D587E76A-7C94-4903-92AF-825C176583E3}" type="presParOf" srcId="{E9721866-7F94-43F1-AF81-7E1A26972428}" destId="{012465FA-A55C-4180-A425-A771C41C6FA0}" srcOrd="6" destOrd="0" presId="urn:microsoft.com/office/officeart/2008/layout/LinedList"/>
    <dgm:cxn modelId="{8EF4D170-D40F-4E84-8EFB-1D25CEA9F15D}" type="presParOf" srcId="{E9721866-7F94-43F1-AF81-7E1A26972428}" destId="{285A107C-CE36-4745-8D0A-AD4FC9373F54}" srcOrd="7" destOrd="0" presId="urn:microsoft.com/office/officeart/2008/layout/LinedList"/>
    <dgm:cxn modelId="{4DBE1984-F5E0-45A2-98F1-4D931508E35F}" type="presParOf" srcId="{285A107C-CE36-4745-8D0A-AD4FC9373F54}" destId="{7A340EF1-ED80-4061-9EA8-257D67D68925}" srcOrd="0" destOrd="0" presId="urn:microsoft.com/office/officeart/2008/layout/LinedList"/>
    <dgm:cxn modelId="{476829D3-ABED-4A76-AEB4-A47EB31CAB11}" type="presParOf" srcId="{285A107C-CE36-4745-8D0A-AD4FC9373F54}" destId="{8717389E-0558-4C00-A1A5-376690D786EF}" srcOrd="1" destOrd="0" presId="urn:microsoft.com/office/officeart/2008/layout/LinedList"/>
    <dgm:cxn modelId="{0A06CFBD-1F6F-4703-8CB7-91D7FDB40F23}" type="presParOf" srcId="{E9721866-7F94-43F1-AF81-7E1A26972428}" destId="{86D0D951-5659-42A3-BD99-E0BAEB0F94E4}" srcOrd="8" destOrd="0" presId="urn:microsoft.com/office/officeart/2008/layout/LinedList"/>
    <dgm:cxn modelId="{2FCF3E52-F6BA-4634-87C1-EAA4B1D68EB6}" type="presParOf" srcId="{E9721866-7F94-43F1-AF81-7E1A26972428}" destId="{D1ECD41D-0FA2-43D4-9D17-405D1841EA40}" srcOrd="9" destOrd="0" presId="urn:microsoft.com/office/officeart/2008/layout/LinedList"/>
    <dgm:cxn modelId="{8A41F562-2870-4A9D-A8E7-6E416F241AFA}" type="presParOf" srcId="{D1ECD41D-0FA2-43D4-9D17-405D1841EA40}" destId="{D1BC83EE-91FC-4A13-AACE-776A3CA8771B}" srcOrd="0" destOrd="0" presId="urn:microsoft.com/office/officeart/2008/layout/LinedList"/>
    <dgm:cxn modelId="{55FCE018-787D-45BC-BB0D-BA8756397907}" type="presParOf" srcId="{D1ECD41D-0FA2-43D4-9D17-405D1841EA40}" destId="{4D4478B3-4CD2-43CC-B15B-4D59A2967D63}" srcOrd="1" destOrd="0" presId="urn:microsoft.com/office/officeart/2008/layout/LinedList"/>
    <dgm:cxn modelId="{CA1349F2-4F5E-47D9-96A2-7D696B513619}" type="presParOf" srcId="{E9721866-7F94-43F1-AF81-7E1A26972428}" destId="{9EF45C70-97AB-4A6C-B63D-3EB9007022BD}" srcOrd="10" destOrd="0" presId="urn:microsoft.com/office/officeart/2008/layout/LinedList"/>
    <dgm:cxn modelId="{5BBF5AE4-E93D-44DD-A9C1-DDE703CBCA72}" type="presParOf" srcId="{E9721866-7F94-43F1-AF81-7E1A26972428}" destId="{C4BF919E-16B3-4A33-88B0-BE2E734272DC}" srcOrd="11" destOrd="0" presId="urn:microsoft.com/office/officeart/2008/layout/LinedList"/>
    <dgm:cxn modelId="{55F58653-5B96-4C4A-9E86-3D28760D39D7}" type="presParOf" srcId="{C4BF919E-16B3-4A33-88B0-BE2E734272DC}" destId="{8E1E49E4-8458-4CD2-B4DF-A1BC4849DFDB}" srcOrd="0" destOrd="0" presId="urn:microsoft.com/office/officeart/2008/layout/LinedList"/>
    <dgm:cxn modelId="{466AD925-8A98-4589-AEBE-9B281E68BB9C}" type="presParOf" srcId="{C4BF919E-16B3-4A33-88B0-BE2E734272DC}" destId="{98C6DA52-4B10-4188-80EE-24A020E9897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50EDD41-971E-4A61-89B1-05F57F7584E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E3722BD-45E3-4E04-8EE5-A51D8962527D}">
      <dgm:prSet/>
      <dgm:spPr/>
      <dgm:t>
        <a:bodyPr/>
        <a:lstStyle/>
        <a:p>
          <a:r>
            <a:rPr lang="en-US"/>
            <a:t>Hypervisor</a:t>
          </a:r>
        </a:p>
      </dgm:t>
    </dgm:pt>
    <dgm:pt modelId="{D0E706A7-07C2-46B5-AC64-ABA230BDCF71}" type="parTrans" cxnId="{780638B1-C13F-4872-82B8-4EB3E90F3114}">
      <dgm:prSet/>
      <dgm:spPr/>
      <dgm:t>
        <a:bodyPr/>
        <a:lstStyle/>
        <a:p>
          <a:endParaRPr lang="en-US"/>
        </a:p>
      </dgm:t>
    </dgm:pt>
    <dgm:pt modelId="{26420619-6252-46B4-8653-88EB68B63AA0}" type="sibTrans" cxnId="{780638B1-C13F-4872-82B8-4EB3E90F3114}">
      <dgm:prSet/>
      <dgm:spPr/>
      <dgm:t>
        <a:bodyPr/>
        <a:lstStyle/>
        <a:p>
          <a:endParaRPr lang="en-US"/>
        </a:p>
      </dgm:t>
    </dgm:pt>
    <dgm:pt modelId="{115801FF-88D3-41ED-998F-C6B328445519}">
      <dgm:prSet/>
      <dgm:spPr/>
      <dgm:t>
        <a:bodyPr/>
        <a:lstStyle/>
        <a:p>
          <a:r>
            <a:rPr lang="en-US"/>
            <a:t>Guest OS Layer</a:t>
          </a:r>
        </a:p>
      </dgm:t>
    </dgm:pt>
    <dgm:pt modelId="{6B54936A-1984-4FC3-A315-A0B9E535C8EE}" type="parTrans" cxnId="{14837C33-3B84-4910-AFBB-1B1A6D58D39E}">
      <dgm:prSet/>
      <dgm:spPr/>
      <dgm:t>
        <a:bodyPr/>
        <a:lstStyle/>
        <a:p>
          <a:endParaRPr lang="en-US"/>
        </a:p>
      </dgm:t>
    </dgm:pt>
    <dgm:pt modelId="{EB6FD379-3086-4505-9584-C9FB039C4ED8}" type="sibTrans" cxnId="{14837C33-3B84-4910-AFBB-1B1A6D58D39E}">
      <dgm:prSet/>
      <dgm:spPr/>
      <dgm:t>
        <a:bodyPr/>
        <a:lstStyle/>
        <a:p>
          <a:endParaRPr lang="en-US"/>
        </a:p>
      </dgm:t>
    </dgm:pt>
    <dgm:pt modelId="{8DC619F0-ABC6-42CC-89B8-D7359658D501}">
      <dgm:prSet/>
      <dgm:spPr/>
      <dgm:t>
        <a:bodyPr/>
        <a:lstStyle/>
        <a:p>
          <a:r>
            <a:rPr lang="en-US"/>
            <a:t>Application Layer</a:t>
          </a:r>
        </a:p>
      </dgm:t>
    </dgm:pt>
    <dgm:pt modelId="{3BA5376C-C3D4-4AD2-A03B-9D968409EF71}" type="parTrans" cxnId="{EFD399AE-10AF-48B0-938C-2C583F791676}">
      <dgm:prSet/>
      <dgm:spPr/>
      <dgm:t>
        <a:bodyPr/>
        <a:lstStyle/>
        <a:p>
          <a:endParaRPr lang="en-US"/>
        </a:p>
      </dgm:t>
    </dgm:pt>
    <dgm:pt modelId="{FF26EA01-8AB0-4293-BE44-8606349EFA56}" type="sibTrans" cxnId="{EFD399AE-10AF-48B0-938C-2C583F791676}">
      <dgm:prSet/>
      <dgm:spPr/>
      <dgm:t>
        <a:bodyPr/>
        <a:lstStyle/>
        <a:p>
          <a:endParaRPr lang="en-US"/>
        </a:p>
      </dgm:t>
    </dgm:pt>
    <dgm:pt modelId="{51B05171-73DF-4EC4-8F59-F9DAB9D66CE9}" type="pres">
      <dgm:prSet presAssocID="{A50EDD41-971E-4A61-89B1-05F57F7584E8}" presName="vert0" presStyleCnt="0">
        <dgm:presLayoutVars>
          <dgm:dir/>
          <dgm:animOne val="branch"/>
          <dgm:animLvl val="lvl"/>
        </dgm:presLayoutVars>
      </dgm:prSet>
      <dgm:spPr/>
    </dgm:pt>
    <dgm:pt modelId="{F38AB246-DE68-44F9-8ED4-7C025AC57F66}" type="pres">
      <dgm:prSet presAssocID="{1E3722BD-45E3-4E04-8EE5-A51D8962527D}" presName="thickLine" presStyleLbl="alignNode1" presStyleIdx="0" presStyleCnt="3"/>
      <dgm:spPr/>
    </dgm:pt>
    <dgm:pt modelId="{52AB374D-F676-4999-B03A-09C5EFB368B4}" type="pres">
      <dgm:prSet presAssocID="{1E3722BD-45E3-4E04-8EE5-A51D8962527D}" presName="horz1" presStyleCnt="0"/>
      <dgm:spPr/>
    </dgm:pt>
    <dgm:pt modelId="{E4859E53-6D04-42B6-B06B-DF6489003000}" type="pres">
      <dgm:prSet presAssocID="{1E3722BD-45E3-4E04-8EE5-A51D8962527D}" presName="tx1" presStyleLbl="revTx" presStyleIdx="0" presStyleCnt="3"/>
      <dgm:spPr/>
    </dgm:pt>
    <dgm:pt modelId="{715FF1BB-7ECD-42DD-ABCA-314C03B9E575}" type="pres">
      <dgm:prSet presAssocID="{1E3722BD-45E3-4E04-8EE5-A51D8962527D}" presName="vert1" presStyleCnt="0"/>
      <dgm:spPr/>
    </dgm:pt>
    <dgm:pt modelId="{8E239B6B-61BF-47FE-BCFB-0CFDBAA417DC}" type="pres">
      <dgm:prSet presAssocID="{115801FF-88D3-41ED-998F-C6B328445519}" presName="thickLine" presStyleLbl="alignNode1" presStyleIdx="1" presStyleCnt="3"/>
      <dgm:spPr/>
    </dgm:pt>
    <dgm:pt modelId="{597256E6-E625-459F-90CD-DEC13590AA9E}" type="pres">
      <dgm:prSet presAssocID="{115801FF-88D3-41ED-998F-C6B328445519}" presName="horz1" presStyleCnt="0"/>
      <dgm:spPr/>
    </dgm:pt>
    <dgm:pt modelId="{70617FDA-B445-4F2B-B4FF-3DC52592F76F}" type="pres">
      <dgm:prSet presAssocID="{115801FF-88D3-41ED-998F-C6B328445519}" presName="tx1" presStyleLbl="revTx" presStyleIdx="1" presStyleCnt="3"/>
      <dgm:spPr/>
    </dgm:pt>
    <dgm:pt modelId="{B3C3168A-9C7B-4E7C-BC71-411B9DB72F19}" type="pres">
      <dgm:prSet presAssocID="{115801FF-88D3-41ED-998F-C6B328445519}" presName="vert1" presStyleCnt="0"/>
      <dgm:spPr/>
    </dgm:pt>
    <dgm:pt modelId="{9C5E510D-06EB-421A-86E9-98A9806AEC29}" type="pres">
      <dgm:prSet presAssocID="{8DC619F0-ABC6-42CC-89B8-D7359658D501}" presName="thickLine" presStyleLbl="alignNode1" presStyleIdx="2" presStyleCnt="3"/>
      <dgm:spPr/>
    </dgm:pt>
    <dgm:pt modelId="{BE2DA754-2DDA-4FA7-9C04-546955A0F1E1}" type="pres">
      <dgm:prSet presAssocID="{8DC619F0-ABC6-42CC-89B8-D7359658D501}" presName="horz1" presStyleCnt="0"/>
      <dgm:spPr/>
    </dgm:pt>
    <dgm:pt modelId="{EB475EA1-CB30-4383-9E69-50C85DE31ACB}" type="pres">
      <dgm:prSet presAssocID="{8DC619F0-ABC6-42CC-89B8-D7359658D501}" presName="tx1" presStyleLbl="revTx" presStyleIdx="2" presStyleCnt="3"/>
      <dgm:spPr/>
    </dgm:pt>
    <dgm:pt modelId="{C71906C0-E07F-4106-A145-4B30BEDE1882}" type="pres">
      <dgm:prSet presAssocID="{8DC619F0-ABC6-42CC-89B8-D7359658D501}" presName="vert1" presStyleCnt="0"/>
      <dgm:spPr/>
    </dgm:pt>
  </dgm:ptLst>
  <dgm:cxnLst>
    <dgm:cxn modelId="{3D647B27-46F8-4DF5-930D-AE3DFF843CE2}" type="presOf" srcId="{A50EDD41-971E-4A61-89B1-05F57F7584E8}" destId="{51B05171-73DF-4EC4-8F59-F9DAB9D66CE9}" srcOrd="0" destOrd="0" presId="urn:microsoft.com/office/officeart/2008/layout/LinedList"/>
    <dgm:cxn modelId="{14837C33-3B84-4910-AFBB-1B1A6D58D39E}" srcId="{A50EDD41-971E-4A61-89B1-05F57F7584E8}" destId="{115801FF-88D3-41ED-998F-C6B328445519}" srcOrd="1" destOrd="0" parTransId="{6B54936A-1984-4FC3-A315-A0B9E535C8EE}" sibTransId="{EB6FD379-3086-4505-9584-C9FB039C4ED8}"/>
    <dgm:cxn modelId="{D7803869-2ECA-4A66-BB3D-D0FE453CCC03}" type="presOf" srcId="{115801FF-88D3-41ED-998F-C6B328445519}" destId="{70617FDA-B445-4F2B-B4FF-3DC52592F76F}" srcOrd="0" destOrd="0" presId="urn:microsoft.com/office/officeart/2008/layout/LinedList"/>
    <dgm:cxn modelId="{EFD399AE-10AF-48B0-938C-2C583F791676}" srcId="{A50EDD41-971E-4A61-89B1-05F57F7584E8}" destId="{8DC619F0-ABC6-42CC-89B8-D7359658D501}" srcOrd="2" destOrd="0" parTransId="{3BA5376C-C3D4-4AD2-A03B-9D968409EF71}" sibTransId="{FF26EA01-8AB0-4293-BE44-8606349EFA56}"/>
    <dgm:cxn modelId="{780638B1-C13F-4872-82B8-4EB3E90F3114}" srcId="{A50EDD41-971E-4A61-89B1-05F57F7584E8}" destId="{1E3722BD-45E3-4E04-8EE5-A51D8962527D}" srcOrd="0" destOrd="0" parTransId="{D0E706A7-07C2-46B5-AC64-ABA230BDCF71}" sibTransId="{26420619-6252-46B4-8653-88EB68B63AA0}"/>
    <dgm:cxn modelId="{386763DE-FE51-4EC7-B83E-4BE1CE1F752F}" type="presOf" srcId="{1E3722BD-45E3-4E04-8EE5-A51D8962527D}" destId="{E4859E53-6D04-42B6-B06B-DF6489003000}" srcOrd="0" destOrd="0" presId="urn:microsoft.com/office/officeart/2008/layout/LinedList"/>
    <dgm:cxn modelId="{48361EEE-D3B3-47F8-BB91-9DED30575D63}" type="presOf" srcId="{8DC619F0-ABC6-42CC-89B8-D7359658D501}" destId="{EB475EA1-CB30-4383-9E69-50C85DE31ACB}" srcOrd="0" destOrd="0" presId="urn:microsoft.com/office/officeart/2008/layout/LinedList"/>
    <dgm:cxn modelId="{59358298-8497-41D9-BFCC-4D5C141759DD}" type="presParOf" srcId="{51B05171-73DF-4EC4-8F59-F9DAB9D66CE9}" destId="{F38AB246-DE68-44F9-8ED4-7C025AC57F66}" srcOrd="0" destOrd="0" presId="urn:microsoft.com/office/officeart/2008/layout/LinedList"/>
    <dgm:cxn modelId="{E5EF940C-321F-488A-8882-05E35BD16BFB}" type="presParOf" srcId="{51B05171-73DF-4EC4-8F59-F9DAB9D66CE9}" destId="{52AB374D-F676-4999-B03A-09C5EFB368B4}" srcOrd="1" destOrd="0" presId="urn:microsoft.com/office/officeart/2008/layout/LinedList"/>
    <dgm:cxn modelId="{07878D73-6295-492A-B97D-FD41EBDFD32D}" type="presParOf" srcId="{52AB374D-F676-4999-B03A-09C5EFB368B4}" destId="{E4859E53-6D04-42B6-B06B-DF6489003000}" srcOrd="0" destOrd="0" presId="urn:microsoft.com/office/officeart/2008/layout/LinedList"/>
    <dgm:cxn modelId="{5A27B3EB-2C49-44D8-8F41-CBAC6747F6BB}" type="presParOf" srcId="{52AB374D-F676-4999-B03A-09C5EFB368B4}" destId="{715FF1BB-7ECD-42DD-ABCA-314C03B9E575}" srcOrd="1" destOrd="0" presId="urn:microsoft.com/office/officeart/2008/layout/LinedList"/>
    <dgm:cxn modelId="{AB7F6E09-BEF4-463D-94D5-C7FB795107A4}" type="presParOf" srcId="{51B05171-73DF-4EC4-8F59-F9DAB9D66CE9}" destId="{8E239B6B-61BF-47FE-BCFB-0CFDBAA417DC}" srcOrd="2" destOrd="0" presId="urn:microsoft.com/office/officeart/2008/layout/LinedList"/>
    <dgm:cxn modelId="{F115E3D6-1384-4575-BA86-D7C7DA7D9D89}" type="presParOf" srcId="{51B05171-73DF-4EC4-8F59-F9DAB9D66CE9}" destId="{597256E6-E625-459F-90CD-DEC13590AA9E}" srcOrd="3" destOrd="0" presId="urn:microsoft.com/office/officeart/2008/layout/LinedList"/>
    <dgm:cxn modelId="{C91008F2-263B-4587-833A-5CEE257C5F47}" type="presParOf" srcId="{597256E6-E625-459F-90CD-DEC13590AA9E}" destId="{70617FDA-B445-4F2B-B4FF-3DC52592F76F}" srcOrd="0" destOrd="0" presId="urn:microsoft.com/office/officeart/2008/layout/LinedList"/>
    <dgm:cxn modelId="{64FE8A8C-CD52-423F-8CED-D59985A46BA2}" type="presParOf" srcId="{597256E6-E625-459F-90CD-DEC13590AA9E}" destId="{B3C3168A-9C7B-4E7C-BC71-411B9DB72F19}" srcOrd="1" destOrd="0" presId="urn:microsoft.com/office/officeart/2008/layout/LinedList"/>
    <dgm:cxn modelId="{DB963358-B8A4-48D8-A480-0BA8ADC2A5B1}" type="presParOf" srcId="{51B05171-73DF-4EC4-8F59-F9DAB9D66CE9}" destId="{9C5E510D-06EB-421A-86E9-98A9806AEC29}" srcOrd="4" destOrd="0" presId="urn:microsoft.com/office/officeart/2008/layout/LinedList"/>
    <dgm:cxn modelId="{73EA851F-256F-4090-87A3-87726BBF39B5}" type="presParOf" srcId="{51B05171-73DF-4EC4-8F59-F9DAB9D66CE9}" destId="{BE2DA754-2DDA-4FA7-9C04-546955A0F1E1}" srcOrd="5" destOrd="0" presId="urn:microsoft.com/office/officeart/2008/layout/LinedList"/>
    <dgm:cxn modelId="{53636007-A3C4-49A8-B46F-92A4B082DE09}" type="presParOf" srcId="{BE2DA754-2DDA-4FA7-9C04-546955A0F1E1}" destId="{EB475EA1-CB30-4383-9E69-50C85DE31ACB}" srcOrd="0" destOrd="0" presId="urn:microsoft.com/office/officeart/2008/layout/LinedList"/>
    <dgm:cxn modelId="{3F066483-204D-4E94-AD3D-9715AD5F523F}" type="presParOf" srcId="{BE2DA754-2DDA-4FA7-9C04-546955A0F1E1}" destId="{C71906C0-E07F-4106-A145-4B30BEDE188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BDF684A-2F31-46C2-9873-8234F766F1A4}"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B323DFB9-1AAD-4D29-9D94-382476E2865D}">
      <dgm:prSet/>
      <dgm:spPr/>
      <dgm:t>
        <a:bodyPr/>
        <a:lstStyle/>
        <a:p>
          <a:r>
            <a:rPr lang="en-US"/>
            <a:t>Service Layer</a:t>
          </a:r>
        </a:p>
      </dgm:t>
    </dgm:pt>
    <dgm:pt modelId="{AA7DAAE2-368C-4195-AF78-07FE71B80B96}" type="parTrans" cxnId="{8F322A33-FE2A-44B0-8731-58AB68D018A8}">
      <dgm:prSet/>
      <dgm:spPr/>
      <dgm:t>
        <a:bodyPr/>
        <a:lstStyle/>
        <a:p>
          <a:endParaRPr lang="en-US"/>
        </a:p>
      </dgm:t>
    </dgm:pt>
    <dgm:pt modelId="{AB1C8257-0333-4310-8B84-8439712E51FA}" type="sibTrans" cxnId="{8F322A33-FE2A-44B0-8731-58AB68D018A8}">
      <dgm:prSet/>
      <dgm:spPr/>
      <dgm:t>
        <a:bodyPr/>
        <a:lstStyle/>
        <a:p>
          <a:endParaRPr lang="en-US"/>
        </a:p>
      </dgm:t>
    </dgm:pt>
    <dgm:pt modelId="{96FACB05-DB80-439B-9620-E5F9E03FFC06}">
      <dgm:prSet/>
      <dgm:spPr/>
      <dgm:t>
        <a:bodyPr/>
        <a:lstStyle/>
        <a:p>
          <a:r>
            <a:rPr lang="en-US"/>
            <a:t>API Gateway Layer</a:t>
          </a:r>
        </a:p>
      </dgm:t>
    </dgm:pt>
    <dgm:pt modelId="{F4F1F214-594F-4A44-90E5-9FDC8AD7DEC0}" type="parTrans" cxnId="{6A9313D3-8577-4CF4-92D8-40CDAE3F8E75}">
      <dgm:prSet/>
      <dgm:spPr/>
      <dgm:t>
        <a:bodyPr/>
        <a:lstStyle/>
        <a:p>
          <a:endParaRPr lang="en-US"/>
        </a:p>
      </dgm:t>
    </dgm:pt>
    <dgm:pt modelId="{22B2324C-840B-4464-AA0F-3A701DF5FA4E}" type="sibTrans" cxnId="{6A9313D3-8577-4CF4-92D8-40CDAE3F8E75}">
      <dgm:prSet/>
      <dgm:spPr/>
      <dgm:t>
        <a:bodyPr/>
        <a:lstStyle/>
        <a:p>
          <a:endParaRPr lang="en-US"/>
        </a:p>
      </dgm:t>
    </dgm:pt>
    <dgm:pt modelId="{3AF64284-FD9B-4DE6-9368-9458D03A40EF}" type="pres">
      <dgm:prSet presAssocID="{1BDF684A-2F31-46C2-9873-8234F766F1A4}" presName="vert0" presStyleCnt="0">
        <dgm:presLayoutVars>
          <dgm:dir/>
          <dgm:animOne val="branch"/>
          <dgm:animLvl val="lvl"/>
        </dgm:presLayoutVars>
      </dgm:prSet>
      <dgm:spPr/>
    </dgm:pt>
    <dgm:pt modelId="{49DEA5D0-34BF-43C5-A431-260873246899}" type="pres">
      <dgm:prSet presAssocID="{B323DFB9-1AAD-4D29-9D94-382476E2865D}" presName="thickLine" presStyleLbl="alignNode1" presStyleIdx="0" presStyleCnt="2"/>
      <dgm:spPr/>
    </dgm:pt>
    <dgm:pt modelId="{E59B549A-CC4C-46CB-8716-26355FE5E362}" type="pres">
      <dgm:prSet presAssocID="{B323DFB9-1AAD-4D29-9D94-382476E2865D}" presName="horz1" presStyleCnt="0"/>
      <dgm:spPr/>
    </dgm:pt>
    <dgm:pt modelId="{570B57EC-0EE8-43DD-98B2-E4ABA52C0A7B}" type="pres">
      <dgm:prSet presAssocID="{B323DFB9-1AAD-4D29-9D94-382476E2865D}" presName="tx1" presStyleLbl="revTx" presStyleIdx="0" presStyleCnt="2"/>
      <dgm:spPr/>
    </dgm:pt>
    <dgm:pt modelId="{4A0C6DCC-CC21-4B27-8489-CB5089E9D7BE}" type="pres">
      <dgm:prSet presAssocID="{B323DFB9-1AAD-4D29-9D94-382476E2865D}" presName="vert1" presStyleCnt="0"/>
      <dgm:spPr/>
    </dgm:pt>
    <dgm:pt modelId="{D1402D9C-0471-4802-96F2-CBE759834EC1}" type="pres">
      <dgm:prSet presAssocID="{96FACB05-DB80-439B-9620-E5F9E03FFC06}" presName="thickLine" presStyleLbl="alignNode1" presStyleIdx="1" presStyleCnt="2"/>
      <dgm:spPr/>
    </dgm:pt>
    <dgm:pt modelId="{25670092-1F08-4AA3-BC35-BD1622F6B16C}" type="pres">
      <dgm:prSet presAssocID="{96FACB05-DB80-439B-9620-E5F9E03FFC06}" presName="horz1" presStyleCnt="0"/>
      <dgm:spPr/>
    </dgm:pt>
    <dgm:pt modelId="{FAFC9196-1F1F-42B9-A8B4-774D7A065343}" type="pres">
      <dgm:prSet presAssocID="{96FACB05-DB80-439B-9620-E5F9E03FFC06}" presName="tx1" presStyleLbl="revTx" presStyleIdx="1" presStyleCnt="2"/>
      <dgm:spPr/>
    </dgm:pt>
    <dgm:pt modelId="{1FAC596E-486F-49C9-BC28-C1C30242F573}" type="pres">
      <dgm:prSet presAssocID="{96FACB05-DB80-439B-9620-E5F9E03FFC06}" presName="vert1" presStyleCnt="0"/>
      <dgm:spPr/>
    </dgm:pt>
  </dgm:ptLst>
  <dgm:cxnLst>
    <dgm:cxn modelId="{4325EE16-C8CF-4CEC-8A60-5ACE3DFE971D}" type="presOf" srcId="{96FACB05-DB80-439B-9620-E5F9E03FFC06}" destId="{FAFC9196-1F1F-42B9-A8B4-774D7A065343}" srcOrd="0" destOrd="0" presId="urn:microsoft.com/office/officeart/2008/layout/LinedList"/>
    <dgm:cxn modelId="{8F322A33-FE2A-44B0-8731-58AB68D018A8}" srcId="{1BDF684A-2F31-46C2-9873-8234F766F1A4}" destId="{B323DFB9-1AAD-4D29-9D94-382476E2865D}" srcOrd="0" destOrd="0" parTransId="{AA7DAAE2-368C-4195-AF78-07FE71B80B96}" sibTransId="{AB1C8257-0333-4310-8B84-8439712E51FA}"/>
    <dgm:cxn modelId="{26814A78-BF8F-4F48-B96C-4EB20DA3FC6F}" type="presOf" srcId="{B323DFB9-1AAD-4D29-9D94-382476E2865D}" destId="{570B57EC-0EE8-43DD-98B2-E4ABA52C0A7B}" srcOrd="0" destOrd="0" presId="urn:microsoft.com/office/officeart/2008/layout/LinedList"/>
    <dgm:cxn modelId="{DC1AE8C3-C64A-4F1F-A555-076973554B09}" type="presOf" srcId="{1BDF684A-2F31-46C2-9873-8234F766F1A4}" destId="{3AF64284-FD9B-4DE6-9368-9458D03A40EF}" srcOrd="0" destOrd="0" presId="urn:microsoft.com/office/officeart/2008/layout/LinedList"/>
    <dgm:cxn modelId="{6A9313D3-8577-4CF4-92D8-40CDAE3F8E75}" srcId="{1BDF684A-2F31-46C2-9873-8234F766F1A4}" destId="{96FACB05-DB80-439B-9620-E5F9E03FFC06}" srcOrd="1" destOrd="0" parTransId="{F4F1F214-594F-4A44-90E5-9FDC8AD7DEC0}" sibTransId="{22B2324C-840B-4464-AA0F-3A701DF5FA4E}"/>
    <dgm:cxn modelId="{9C846969-67C8-4964-BC0F-3C5E98E66E21}" type="presParOf" srcId="{3AF64284-FD9B-4DE6-9368-9458D03A40EF}" destId="{49DEA5D0-34BF-43C5-A431-260873246899}" srcOrd="0" destOrd="0" presId="urn:microsoft.com/office/officeart/2008/layout/LinedList"/>
    <dgm:cxn modelId="{5B8A3E92-2E96-4895-9C43-C71E32340B5B}" type="presParOf" srcId="{3AF64284-FD9B-4DE6-9368-9458D03A40EF}" destId="{E59B549A-CC4C-46CB-8716-26355FE5E362}" srcOrd="1" destOrd="0" presId="urn:microsoft.com/office/officeart/2008/layout/LinedList"/>
    <dgm:cxn modelId="{FBFD8D34-F2C7-4689-B32A-70B0227BCACE}" type="presParOf" srcId="{E59B549A-CC4C-46CB-8716-26355FE5E362}" destId="{570B57EC-0EE8-43DD-98B2-E4ABA52C0A7B}" srcOrd="0" destOrd="0" presId="urn:microsoft.com/office/officeart/2008/layout/LinedList"/>
    <dgm:cxn modelId="{07031373-19FD-4FED-BC57-4CCE1AFCBE8E}" type="presParOf" srcId="{E59B549A-CC4C-46CB-8716-26355FE5E362}" destId="{4A0C6DCC-CC21-4B27-8489-CB5089E9D7BE}" srcOrd="1" destOrd="0" presId="urn:microsoft.com/office/officeart/2008/layout/LinedList"/>
    <dgm:cxn modelId="{CB2A95D2-676A-42A6-9C27-2821264D200E}" type="presParOf" srcId="{3AF64284-FD9B-4DE6-9368-9458D03A40EF}" destId="{D1402D9C-0471-4802-96F2-CBE759834EC1}" srcOrd="2" destOrd="0" presId="urn:microsoft.com/office/officeart/2008/layout/LinedList"/>
    <dgm:cxn modelId="{8EDD9FA0-671C-46A8-906B-1A8416E6CE6B}" type="presParOf" srcId="{3AF64284-FD9B-4DE6-9368-9458D03A40EF}" destId="{25670092-1F08-4AA3-BC35-BD1622F6B16C}" srcOrd="3" destOrd="0" presId="urn:microsoft.com/office/officeart/2008/layout/LinedList"/>
    <dgm:cxn modelId="{DC3CF0D0-EC94-494C-B360-20F8AC1826A3}" type="presParOf" srcId="{25670092-1F08-4AA3-BC35-BD1622F6B16C}" destId="{FAFC9196-1F1F-42B9-A8B4-774D7A065343}" srcOrd="0" destOrd="0" presId="urn:microsoft.com/office/officeart/2008/layout/LinedList"/>
    <dgm:cxn modelId="{A56739D6-B16D-4B70-86EA-133C45345EAA}" type="presParOf" srcId="{25670092-1F08-4AA3-BC35-BD1622F6B16C}" destId="{1FAC596E-486F-49C9-BC28-C1C30242F57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7CF9D15-AC8D-4DBB-B01D-D3A1414ED711}"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684326DD-ECEA-42AF-9381-C13B4855C91C}">
      <dgm:prSet/>
      <dgm:spPr/>
      <dgm:t>
        <a:bodyPr/>
        <a:lstStyle/>
        <a:p>
          <a:r>
            <a:rPr lang="en-US"/>
            <a:t>Infrastructure as a Service</a:t>
          </a:r>
        </a:p>
      </dgm:t>
    </dgm:pt>
    <dgm:pt modelId="{BA4E126E-025A-4282-A6B0-C1D88B513388}" type="parTrans" cxnId="{26109F8B-9142-412F-ADD4-7E5ED98051CB}">
      <dgm:prSet/>
      <dgm:spPr/>
      <dgm:t>
        <a:bodyPr/>
        <a:lstStyle/>
        <a:p>
          <a:endParaRPr lang="en-US"/>
        </a:p>
      </dgm:t>
    </dgm:pt>
    <dgm:pt modelId="{93EA91B1-2C05-4D1F-84F5-87D67FAA7581}" type="sibTrans" cxnId="{26109F8B-9142-412F-ADD4-7E5ED98051CB}">
      <dgm:prSet/>
      <dgm:spPr/>
      <dgm:t>
        <a:bodyPr/>
        <a:lstStyle/>
        <a:p>
          <a:endParaRPr lang="en-US"/>
        </a:p>
      </dgm:t>
    </dgm:pt>
    <dgm:pt modelId="{117FC686-EAE0-4E15-8F68-53ECB5D0EB25}">
      <dgm:prSet/>
      <dgm:spPr/>
      <dgm:t>
        <a:bodyPr/>
        <a:lstStyle/>
        <a:p>
          <a:r>
            <a:rPr lang="en-US"/>
            <a:t>Platform as a service</a:t>
          </a:r>
        </a:p>
      </dgm:t>
    </dgm:pt>
    <dgm:pt modelId="{EAE1A87D-08D8-4A6C-934A-57AAC8CAF0C8}" type="parTrans" cxnId="{77522BBA-91B4-4F3D-B19F-66DD17053611}">
      <dgm:prSet/>
      <dgm:spPr/>
      <dgm:t>
        <a:bodyPr/>
        <a:lstStyle/>
        <a:p>
          <a:endParaRPr lang="en-US"/>
        </a:p>
      </dgm:t>
    </dgm:pt>
    <dgm:pt modelId="{B7ACC46D-344B-45C8-9A34-308B80A11B1C}" type="sibTrans" cxnId="{77522BBA-91B4-4F3D-B19F-66DD17053611}">
      <dgm:prSet/>
      <dgm:spPr/>
      <dgm:t>
        <a:bodyPr/>
        <a:lstStyle/>
        <a:p>
          <a:endParaRPr lang="en-US"/>
        </a:p>
      </dgm:t>
    </dgm:pt>
    <dgm:pt modelId="{DD699F9D-108A-41E6-BD17-3087AFE9C5D3}">
      <dgm:prSet/>
      <dgm:spPr/>
      <dgm:t>
        <a:bodyPr/>
        <a:lstStyle/>
        <a:p>
          <a:r>
            <a:rPr lang="en-US"/>
            <a:t>Software as a Service</a:t>
          </a:r>
        </a:p>
      </dgm:t>
    </dgm:pt>
    <dgm:pt modelId="{43DD266A-86CA-4AEC-AF99-EC9EFF01FA3A}" type="parTrans" cxnId="{C1F3CA2E-59FA-4532-9190-AC2D9E9CA090}">
      <dgm:prSet/>
      <dgm:spPr/>
      <dgm:t>
        <a:bodyPr/>
        <a:lstStyle/>
        <a:p>
          <a:endParaRPr lang="en-US"/>
        </a:p>
      </dgm:t>
    </dgm:pt>
    <dgm:pt modelId="{FC908A2F-3C43-4825-AF97-270A47B87B0D}" type="sibTrans" cxnId="{C1F3CA2E-59FA-4532-9190-AC2D9E9CA090}">
      <dgm:prSet/>
      <dgm:spPr/>
      <dgm:t>
        <a:bodyPr/>
        <a:lstStyle/>
        <a:p>
          <a:endParaRPr lang="en-US"/>
        </a:p>
      </dgm:t>
    </dgm:pt>
    <dgm:pt modelId="{BCF4B8DC-2E41-4186-B054-0233D37D39F9}" type="pres">
      <dgm:prSet presAssocID="{F7CF9D15-AC8D-4DBB-B01D-D3A1414ED711}" presName="vert0" presStyleCnt="0">
        <dgm:presLayoutVars>
          <dgm:dir/>
          <dgm:animOne val="branch"/>
          <dgm:animLvl val="lvl"/>
        </dgm:presLayoutVars>
      </dgm:prSet>
      <dgm:spPr/>
    </dgm:pt>
    <dgm:pt modelId="{FD9017D9-2BF7-4E33-91F0-C25C800D765F}" type="pres">
      <dgm:prSet presAssocID="{684326DD-ECEA-42AF-9381-C13B4855C91C}" presName="thickLine" presStyleLbl="alignNode1" presStyleIdx="0" presStyleCnt="3"/>
      <dgm:spPr/>
    </dgm:pt>
    <dgm:pt modelId="{DAD6DC7D-392E-410F-AAAE-849A8ECF95CC}" type="pres">
      <dgm:prSet presAssocID="{684326DD-ECEA-42AF-9381-C13B4855C91C}" presName="horz1" presStyleCnt="0"/>
      <dgm:spPr/>
    </dgm:pt>
    <dgm:pt modelId="{99A344F9-1744-4F40-AA2B-ED13376933EB}" type="pres">
      <dgm:prSet presAssocID="{684326DD-ECEA-42AF-9381-C13B4855C91C}" presName="tx1" presStyleLbl="revTx" presStyleIdx="0" presStyleCnt="3"/>
      <dgm:spPr/>
    </dgm:pt>
    <dgm:pt modelId="{9C30430F-CD84-4B41-A429-E63C26DE160D}" type="pres">
      <dgm:prSet presAssocID="{684326DD-ECEA-42AF-9381-C13B4855C91C}" presName="vert1" presStyleCnt="0"/>
      <dgm:spPr/>
    </dgm:pt>
    <dgm:pt modelId="{8AF3C259-C394-4D7C-8B67-EFD587F59032}" type="pres">
      <dgm:prSet presAssocID="{117FC686-EAE0-4E15-8F68-53ECB5D0EB25}" presName="thickLine" presStyleLbl="alignNode1" presStyleIdx="1" presStyleCnt="3"/>
      <dgm:spPr/>
    </dgm:pt>
    <dgm:pt modelId="{4C0BB655-67DF-4D35-816F-507636307BBA}" type="pres">
      <dgm:prSet presAssocID="{117FC686-EAE0-4E15-8F68-53ECB5D0EB25}" presName="horz1" presStyleCnt="0"/>
      <dgm:spPr/>
    </dgm:pt>
    <dgm:pt modelId="{584B479A-BCDA-4622-872E-300734F0F417}" type="pres">
      <dgm:prSet presAssocID="{117FC686-EAE0-4E15-8F68-53ECB5D0EB25}" presName="tx1" presStyleLbl="revTx" presStyleIdx="1" presStyleCnt="3"/>
      <dgm:spPr/>
    </dgm:pt>
    <dgm:pt modelId="{63C52EA4-2053-43EA-9A66-619A8C8AB6FB}" type="pres">
      <dgm:prSet presAssocID="{117FC686-EAE0-4E15-8F68-53ECB5D0EB25}" presName="vert1" presStyleCnt="0"/>
      <dgm:spPr/>
    </dgm:pt>
    <dgm:pt modelId="{69820F90-6E48-4FDD-A2FF-51474E678A45}" type="pres">
      <dgm:prSet presAssocID="{DD699F9D-108A-41E6-BD17-3087AFE9C5D3}" presName="thickLine" presStyleLbl="alignNode1" presStyleIdx="2" presStyleCnt="3"/>
      <dgm:spPr/>
    </dgm:pt>
    <dgm:pt modelId="{86241C20-22A9-4779-B8C3-FC850B3FC4C2}" type="pres">
      <dgm:prSet presAssocID="{DD699F9D-108A-41E6-BD17-3087AFE9C5D3}" presName="horz1" presStyleCnt="0"/>
      <dgm:spPr/>
    </dgm:pt>
    <dgm:pt modelId="{533C8175-3EA3-462C-ADE2-17941965C2E4}" type="pres">
      <dgm:prSet presAssocID="{DD699F9D-108A-41E6-BD17-3087AFE9C5D3}" presName="tx1" presStyleLbl="revTx" presStyleIdx="2" presStyleCnt="3"/>
      <dgm:spPr/>
    </dgm:pt>
    <dgm:pt modelId="{E2A72D13-96EC-4841-BAD1-3043D512A22F}" type="pres">
      <dgm:prSet presAssocID="{DD699F9D-108A-41E6-BD17-3087AFE9C5D3}" presName="vert1" presStyleCnt="0"/>
      <dgm:spPr/>
    </dgm:pt>
  </dgm:ptLst>
  <dgm:cxnLst>
    <dgm:cxn modelId="{ED206618-C502-4308-8AE0-9841EBA2F823}" type="presOf" srcId="{DD699F9D-108A-41E6-BD17-3087AFE9C5D3}" destId="{533C8175-3EA3-462C-ADE2-17941965C2E4}" srcOrd="0" destOrd="0" presId="urn:microsoft.com/office/officeart/2008/layout/LinedList"/>
    <dgm:cxn modelId="{C1F3CA2E-59FA-4532-9190-AC2D9E9CA090}" srcId="{F7CF9D15-AC8D-4DBB-B01D-D3A1414ED711}" destId="{DD699F9D-108A-41E6-BD17-3087AFE9C5D3}" srcOrd="2" destOrd="0" parTransId="{43DD266A-86CA-4AEC-AF99-EC9EFF01FA3A}" sibTransId="{FC908A2F-3C43-4825-AF97-270A47B87B0D}"/>
    <dgm:cxn modelId="{3F6AC866-5A08-4595-B93F-4C6D8F30BDA9}" type="presOf" srcId="{684326DD-ECEA-42AF-9381-C13B4855C91C}" destId="{99A344F9-1744-4F40-AA2B-ED13376933EB}" srcOrd="0" destOrd="0" presId="urn:microsoft.com/office/officeart/2008/layout/LinedList"/>
    <dgm:cxn modelId="{26109F8B-9142-412F-ADD4-7E5ED98051CB}" srcId="{F7CF9D15-AC8D-4DBB-B01D-D3A1414ED711}" destId="{684326DD-ECEA-42AF-9381-C13B4855C91C}" srcOrd="0" destOrd="0" parTransId="{BA4E126E-025A-4282-A6B0-C1D88B513388}" sibTransId="{93EA91B1-2C05-4D1F-84F5-87D67FAA7581}"/>
    <dgm:cxn modelId="{DF36028D-ADD1-4C4B-ACD2-BACBDC093DCF}" type="presOf" srcId="{117FC686-EAE0-4E15-8F68-53ECB5D0EB25}" destId="{584B479A-BCDA-4622-872E-300734F0F417}" srcOrd="0" destOrd="0" presId="urn:microsoft.com/office/officeart/2008/layout/LinedList"/>
    <dgm:cxn modelId="{77522BBA-91B4-4F3D-B19F-66DD17053611}" srcId="{F7CF9D15-AC8D-4DBB-B01D-D3A1414ED711}" destId="{117FC686-EAE0-4E15-8F68-53ECB5D0EB25}" srcOrd="1" destOrd="0" parTransId="{EAE1A87D-08D8-4A6C-934A-57AAC8CAF0C8}" sibTransId="{B7ACC46D-344B-45C8-9A34-308B80A11B1C}"/>
    <dgm:cxn modelId="{AE001DD0-2227-4470-A5B1-4BA6C7D8038B}" type="presOf" srcId="{F7CF9D15-AC8D-4DBB-B01D-D3A1414ED711}" destId="{BCF4B8DC-2E41-4186-B054-0233D37D39F9}" srcOrd="0" destOrd="0" presId="urn:microsoft.com/office/officeart/2008/layout/LinedList"/>
    <dgm:cxn modelId="{F5670991-E27D-4C17-A8EF-75BDE5998E3C}" type="presParOf" srcId="{BCF4B8DC-2E41-4186-B054-0233D37D39F9}" destId="{FD9017D9-2BF7-4E33-91F0-C25C800D765F}" srcOrd="0" destOrd="0" presId="urn:microsoft.com/office/officeart/2008/layout/LinedList"/>
    <dgm:cxn modelId="{9B41086B-9E93-4F95-AB74-5ADB16073599}" type="presParOf" srcId="{BCF4B8DC-2E41-4186-B054-0233D37D39F9}" destId="{DAD6DC7D-392E-410F-AAAE-849A8ECF95CC}" srcOrd="1" destOrd="0" presId="urn:microsoft.com/office/officeart/2008/layout/LinedList"/>
    <dgm:cxn modelId="{DC051494-704C-4326-82EE-DABB4C75B6BF}" type="presParOf" srcId="{DAD6DC7D-392E-410F-AAAE-849A8ECF95CC}" destId="{99A344F9-1744-4F40-AA2B-ED13376933EB}" srcOrd="0" destOrd="0" presId="urn:microsoft.com/office/officeart/2008/layout/LinedList"/>
    <dgm:cxn modelId="{6C4C5FDD-E7B9-4B76-9DF7-8321FF918FDD}" type="presParOf" srcId="{DAD6DC7D-392E-410F-AAAE-849A8ECF95CC}" destId="{9C30430F-CD84-4B41-A429-E63C26DE160D}" srcOrd="1" destOrd="0" presId="urn:microsoft.com/office/officeart/2008/layout/LinedList"/>
    <dgm:cxn modelId="{929069D6-D717-424A-9520-0E45CC16A41F}" type="presParOf" srcId="{BCF4B8DC-2E41-4186-B054-0233D37D39F9}" destId="{8AF3C259-C394-4D7C-8B67-EFD587F59032}" srcOrd="2" destOrd="0" presId="urn:microsoft.com/office/officeart/2008/layout/LinedList"/>
    <dgm:cxn modelId="{C5D5590A-B2D0-40DC-8A7C-DCC76D577322}" type="presParOf" srcId="{BCF4B8DC-2E41-4186-B054-0233D37D39F9}" destId="{4C0BB655-67DF-4D35-816F-507636307BBA}" srcOrd="3" destOrd="0" presId="urn:microsoft.com/office/officeart/2008/layout/LinedList"/>
    <dgm:cxn modelId="{9F14848D-C7A1-428A-BED7-3788A488C2D4}" type="presParOf" srcId="{4C0BB655-67DF-4D35-816F-507636307BBA}" destId="{584B479A-BCDA-4622-872E-300734F0F417}" srcOrd="0" destOrd="0" presId="urn:microsoft.com/office/officeart/2008/layout/LinedList"/>
    <dgm:cxn modelId="{F32EF81B-DBBD-4493-AB41-81AA5F87CC1F}" type="presParOf" srcId="{4C0BB655-67DF-4D35-816F-507636307BBA}" destId="{63C52EA4-2053-43EA-9A66-619A8C8AB6FB}" srcOrd="1" destOrd="0" presId="urn:microsoft.com/office/officeart/2008/layout/LinedList"/>
    <dgm:cxn modelId="{BD2E6484-200C-493B-80DA-EF9B4481889A}" type="presParOf" srcId="{BCF4B8DC-2E41-4186-B054-0233D37D39F9}" destId="{69820F90-6E48-4FDD-A2FF-51474E678A45}" srcOrd="4" destOrd="0" presId="urn:microsoft.com/office/officeart/2008/layout/LinedList"/>
    <dgm:cxn modelId="{B545BBA4-0F33-4126-860B-F94BFFAE227F}" type="presParOf" srcId="{BCF4B8DC-2E41-4186-B054-0233D37D39F9}" destId="{86241C20-22A9-4779-B8C3-FC850B3FC4C2}" srcOrd="5" destOrd="0" presId="urn:microsoft.com/office/officeart/2008/layout/LinedList"/>
    <dgm:cxn modelId="{C9926C83-D751-4EF9-A93D-299C71F54431}" type="presParOf" srcId="{86241C20-22A9-4779-B8C3-FC850B3FC4C2}" destId="{533C8175-3EA3-462C-ADE2-17941965C2E4}" srcOrd="0" destOrd="0" presId="urn:microsoft.com/office/officeart/2008/layout/LinedList"/>
    <dgm:cxn modelId="{0DAC66F7-AAF0-4A22-AC98-9C45E0EE391D}" type="presParOf" srcId="{86241C20-22A9-4779-B8C3-FC850B3FC4C2}" destId="{E2A72D13-96EC-4841-BAD1-3043D512A22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7DC0985-CF73-41FE-8402-44AFD598929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03FE62E-F7C5-4E19-85F7-73DED2C11700}">
      <dgm:prSet/>
      <dgm:spPr/>
      <dgm:t>
        <a:bodyPr/>
        <a:lstStyle/>
        <a:p>
          <a:pPr>
            <a:defRPr cap="all"/>
          </a:pPr>
          <a:r>
            <a:rPr lang="en-US"/>
            <a:t>Subject / Publishers</a:t>
          </a:r>
        </a:p>
      </dgm:t>
    </dgm:pt>
    <dgm:pt modelId="{F07B28A4-9895-448E-A533-C0495A9AFE56}" type="parTrans" cxnId="{6FFEADE0-52AD-43DD-9C1E-F288E70D5377}">
      <dgm:prSet/>
      <dgm:spPr/>
      <dgm:t>
        <a:bodyPr/>
        <a:lstStyle/>
        <a:p>
          <a:endParaRPr lang="en-US"/>
        </a:p>
      </dgm:t>
    </dgm:pt>
    <dgm:pt modelId="{5EDD647C-8467-4077-BB61-95984B69FA54}" type="sibTrans" cxnId="{6FFEADE0-52AD-43DD-9C1E-F288E70D5377}">
      <dgm:prSet/>
      <dgm:spPr/>
      <dgm:t>
        <a:bodyPr/>
        <a:lstStyle/>
        <a:p>
          <a:endParaRPr lang="en-US"/>
        </a:p>
      </dgm:t>
    </dgm:pt>
    <dgm:pt modelId="{25DEA542-2192-4F4F-B91D-ED5E8B041554}">
      <dgm:prSet/>
      <dgm:spPr/>
      <dgm:t>
        <a:bodyPr/>
        <a:lstStyle/>
        <a:p>
          <a:pPr>
            <a:defRPr cap="all"/>
          </a:pPr>
          <a:r>
            <a:rPr lang="en-US" dirty="0"/>
            <a:t>Dependents / Subscribers</a:t>
          </a:r>
        </a:p>
      </dgm:t>
    </dgm:pt>
    <dgm:pt modelId="{BCF05105-C09A-4043-B2AD-2A55541260BB}" type="parTrans" cxnId="{E46B5CF6-B15B-45AA-AFA1-1793CA7EF4C6}">
      <dgm:prSet/>
      <dgm:spPr/>
      <dgm:t>
        <a:bodyPr/>
        <a:lstStyle/>
        <a:p>
          <a:endParaRPr lang="en-US"/>
        </a:p>
      </dgm:t>
    </dgm:pt>
    <dgm:pt modelId="{B96C6060-E76A-4871-87D6-BE2E2560185B}" type="sibTrans" cxnId="{E46B5CF6-B15B-45AA-AFA1-1793CA7EF4C6}">
      <dgm:prSet/>
      <dgm:spPr/>
      <dgm:t>
        <a:bodyPr/>
        <a:lstStyle/>
        <a:p>
          <a:endParaRPr lang="en-US"/>
        </a:p>
      </dgm:t>
    </dgm:pt>
    <dgm:pt modelId="{3C5C9483-FF52-400D-9941-63A296034B8D}" type="pres">
      <dgm:prSet presAssocID="{97DC0985-CF73-41FE-8402-44AFD5989292}" presName="root" presStyleCnt="0">
        <dgm:presLayoutVars>
          <dgm:dir/>
          <dgm:resizeHandles val="exact"/>
        </dgm:presLayoutVars>
      </dgm:prSet>
      <dgm:spPr/>
    </dgm:pt>
    <dgm:pt modelId="{CA0E3764-9E2D-4B0E-8EF7-CFDAFCDA5383}" type="pres">
      <dgm:prSet presAssocID="{703FE62E-F7C5-4E19-85F7-73DED2C11700}" presName="compNode" presStyleCnt="0"/>
      <dgm:spPr/>
    </dgm:pt>
    <dgm:pt modelId="{13D62FD4-8C6E-4647-AA70-7CBA70886A52}" type="pres">
      <dgm:prSet presAssocID="{703FE62E-F7C5-4E19-85F7-73DED2C11700}" presName="iconBgRect" presStyleLbl="bgShp" presStyleIdx="0" presStyleCnt="2"/>
      <dgm:spPr/>
    </dgm:pt>
    <dgm:pt modelId="{3117900F-6A32-4AD8-AA69-6B9BA917C17A}" type="pres">
      <dgm:prSet presAssocID="{703FE62E-F7C5-4E19-85F7-73DED2C11700}"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torytelling with solid fill"/>
        </a:ext>
      </dgm:extLst>
    </dgm:pt>
    <dgm:pt modelId="{627AE65D-66F8-4688-AEA1-6F1A08B19D34}" type="pres">
      <dgm:prSet presAssocID="{703FE62E-F7C5-4E19-85F7-73DED2C11700}" presName="spaceRect" presStyleCnt="0"/>
      <dgm:spPr/>
    </dgm:pt>
    <dgm:pt modelId="{8FC9214F-2234-482D-BA36-A875F201C6D6}" type="pres">
      <dgm:prSet presAssocID="{703FE62E-F7C5-4E19-85F7-73DED2C11700}" presName="textRect" presStyleLbl="revTx" presStyleIdx="0" presStyleCnt="2">
        <dgm:presLayoutVars>
          <dgm:chMax val="1"/>
          <dgm:chPref val="1"/>
        </dgm:presLayoutVars>
      </dgm:prSet>
      <dgm:spPr/>
    </dgm:pt>
    <dgm:pt modelId="{2BCA6BA3-E539-4FE6-B02E-9AF60CEC8DA6}" type="pres">
      <dgm:prSet presAssocID="{5EDD647C-8467-4077-BB61-95984B69FA54}" presName="sibTrans" presStyleCnt="0"/>
      <dgm:spPr/>
    </dgm:pt>
    <dgm:pt modelId="{22961AB1-3141-481A-9EDE-A44FEF7DCF96}" type="pres">
      <dgm:prSet presAssocID="{25DEA542-2192-4F4F-B91D-ED5E8B041554}" presName="compNode" presStyleCnt="0"/>
      <dgm:spPr/>
    </dgm:pt>
    <dgm:pt modelId="{5104A637-7E64-4067-944A-BF90EB958A87}" type="pres">
      <dgm:prSet presAssocID="{25DEA542-2192-4F4F-B91D-ED5E8B041554}" presName="iconBgRect" presStyleLbl="bgShp" presStyleIdx="1" presStyleCnt="2"/>
      <dgm:spPr/>
    </dgm:pt>
    <dgm:pt modelId="{9DE94C4A-F921-4D43-A88C-18ABB9AA6EE7}" type="pres">
      <dgm:prSet presAssocID="{25DEA542-2192-4F4F-B91D-ED5E8B041554}"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Eye outline"/>
        </a:ext>
      </dgm:extLst>
    </dgm:pt>
    <dgm:pt modelId="{5C6695E2-BA6A-40BD-83B5-C81B05B94EE5}" type="pres">
      <dgm:prSet presAssocID="{25DEA542-2192-4F4F-B91D-ED5E8B041554}" presName="spaceRect" presStyleCnt="0"/>
      <dgm:spPr/>
    </dgm:pt>
    <dgm:pt modelId="{C956CAD3-3713-4537-9D17-06095527370B}" type="pres">
      <dgm:prSet presAssocID="{25DEA542-2192-4F4F-B91D-ED5E8B041554}" presName="textRect" presStyleLbl="revTx" presStyleIdx="1" presStyleCnt="2">
        <dgm:presLayoutVars>
          <dgm:chMax val="1"/>
          <dgm:chPref val="1"/>
        </dgm:presLayoutVars>
      </dgm:prSet>
      <dgm:spPr/>
    </dgm:pt>
  </dgm:ptLst>
  <dgm:cxnLst>
    <dgm:cxn modelId="{99709998-C7B3-4113-A164-24460E45EB4D}" type="presOf" srcId="{703FE62E-F7C5-4E19-85F7-73DED2C11700}" destId="{8FC9214F-2234-482D-BA36-A875F201C6D6}" srcOrd="0" destOrd="0" presId="urn:microsoft.com/office/officeart/2018/5/layout/IconCircleLabelList"/>
    <dgm:cxn modelId="{6FA387C0-3A00-411F-97B8-CD2E0E8092C6}" type="presOf" srcId="{25DEA542-2192-4F4F-B91D-ED5E8B041554}" destId="{C956CAD3-3713-4537-9D17-06095527370B}" srcOrd="0" destOrd="0" presId="urn:microsoft.com/office/officeart/2018/5/layout/IconCircleLabelList"/>
    <dgm:cxn modelId="{A44E94CC-CCAC-47BD-AA52-82BACB8F1BDF}" type="presOf" srcId="{97DC0985-CF73-41FE-8402-44AFD5989292}" destId="{3C5C9483-FF52-400D-9941-63A296034B8D}" srcOrd="0" destOrd="0" presId="urn:microsoft.com/office/officeart/2018/5/layout/IconCircleLabelList"/>
    <dgm:cxn modelId="{6FFEADE0-52AD-43DD-9C1E-F288E70D5377}" srcId="{97DC0985-CF73-41FE-8402-44AFD5989292}" destId="{703FE62E-F7C5-4E19-85F7-73DED2C11700}" srcOrd="0" destOrd="0" parTransId="{F07B28A4-9895-448E-A533-C0495A9AFE56}" sibTransId="{5EDD647C-8467-4077-BB61-95984B69FA54}"/>
    <dgm:cxn modelId="{E46B5CF6-B15B-45AA-AFA1-1793CA7EF4C6}" srcId="{97DC0985-CF73-41FE-8402-44AFD5989292}" destId="{25DEA542-2192-4F4F-B91D-ED5E8B041554}" srcOrd="1" destOrd="0" parTransId="{BCF05105-C09A-4043-B2AD-2A55541260BB}" sibTransId="{B96C6060-E76A-4871-87D6-BE2E2560185B}"/>
    <dgm:cxn modelId="{C93AD20A-A9D8-4BCD-A3DB-14BE2B677642}" type="presParOf" srcId="{3C5C9483-FF52-400D-9941-63A296034B8D}" destId="{CA0E3764-9E2D-4B0E-8EF7-CFDAFCDA5383}" srcOrd="0" destOrd="0" presId="urn:microsoft.com/office/officeart/2018/5/layout/IconCircleLabelList"/>
    <dgm:cxn modelId="{E3C418E2-BC5D-44FA-8111-7845E54EE6A8}" type="presParOf" srcId="{CA0E3764-9E2D-4B0E-8EF7-CFDAFCDA5383}" destId="{13D62FD4-8C6E-4647-AA70-7CBA70886A52}" srcOrd="0" destOrd="0" presId="urn:microsoft.com/office/officeart/2018/5/layout/IconCircleLabelList"/>
    <dgm:cxn modelId="{C924F730-022A-4548-83C1-E980F2B0E80B}" type="presParOf" srcId="{CA0E3764-9E2D-4B0E-8EF7-CFDAFCDA5383}" destId="{3117900F-6A32-4AD8-AA69-6B9BA917C17A}" srcOrd="1" destOrd="0" presId="urn:microsoft.com/office/officeart/2018/5/layout/IconCircleLabelList"/>
    <dgm:cxn modelId="{8DB46578-E695-4E4E-B5FE-FC9F0F85203D}" type="presParOf" srcId="{CA0E3764-9E2D-4B0E-8EF7-CFDAFCDA5383}" destId="{627AE65D-66F8-4688-AEA1-6F1A08B19D34}" srcOrd="2" destOrd="0" presId="urn:microsoft.com/office/officeart/2018/5/layout/IconCircleLabelList"/>
    <dgm:cxn modelId="{D3DB9A3C-D211-4510-AE5E-9ED551B74314}" type="presParOf" srcId="{CA0E3764-9E2D-4B0E-8EF7-CFDAFCDA5383}" destId="{8FC9214F-2234-482D-BA36-A875F201C6D6}" srcOrd="3" destOrd="0" presId="urn:microsoft.com/office/officeart/2018/5/layout/IconCircleLabelList"/>
    <dgm:cxn modelId="{C6F1856D-A522-4F31-8B36-7AEDBFBA2A5B}" type="presParOf" srcId="{3C5C9483-FF52-400D-9941-63A296034B8D}" destId="{2BCA6BA3-E539-4FE6-B02E-9AF60CEC8DA6}" srcOrd="1" destOrd="0" presId="urn:microsoft.com/office/officeart/2018/5/layout/IconCircleLabelList"/>
    <dgm:cxn modelId="{AE2F8FE1-04F3-4098-862D-27B13AB30301}" type="presParOf" srcId="{3C5C9483-FF52-400D-9941-63A296034B8D}" destId="{22961AB1-3141-481A-9EDE-A44FEF7DCF96}" srcOrd="2" destOrd="0" presId="urn:microsoft.com/office/officeart/2018/5/layout/IconCircleLabelList"/>
    <dgm:cxn modelId="{137CCA18-CDEC-4BCE-A1A2-F903630B8231}" type="presParOf" srcId="{22961AB1-3141-481A-9EDE-A44FEF7DCF96}" destId="{5104A637-7E64-4067-944A-BF90EB958A87}" srcOrd="0" destOrd="0" presId="urn:microsoft.com/office/officeart/2018/5/layout/IconCircleLabelList"/>
    <dgm:cxn modelId="{52623572-B4EA-4A09-AA1D-793AA4C1DAF4}" type="presParOf" srcId="{22961AB1-3141-481A-9EDE-A44FEF7DCF96}" destId="{9DE94C4A-F921-4D43-A88C-18ABB9AA6EE7}" srcOrd="1" destOrd="0" presId="urn:microsoft.com/office/officeart/2018/5/layout/IconCircleLabelList"/>
    <dgm:cxn modelId="{7F6CAFB4-461F-4B7D-A74E-4269A77DF0B8}" type="presParOf" srcId="{22961AB1-3141-481A-9EDE-A44FEF7DCF96}" destId="{5C6695E2-BA6A-40BD-83B5-C81B05B94EE5}" srcOrd="2" destOrd="0" presId="urn:microsoft.com/office/officeart/2018/5/layout/IconCircleLabelList"/>
    <dgm:cxn modelId="{987534B9-9E83-4348-AB1E-30D5AB02286D}" type="presParOf" srcId="{22961AB1-3141-481A-9EDE-A44FEF7DCF96}" destId="{C956CAD3-3713-4537-9D17-06095527370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6ED06A1-A03A-4F01-B157-15BFE229CF3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8E36400-0533-4AE8-B56F-80649353B02A}">
      <dgm:prSet/>
      <dgm:spPr/>
      <dgm:t>
        <a:bodyPr/>
        <a:lstStyle/>
        <a:p>
          <a:r>
            <a:rPr lang="en-US"/>
            <a:t>Relationship can be established or removed at runtime.</a:t>
          </a:r>
        </a:p>
      </dgm:t>
    </dgm:pt>
    <dgm:pt modelId="{96C468BA-9284-43D2-A4F0-4CF205C8B57B}" type="parTrans" cxnId="{0F8F4E03-8583-4B40-A15E-C7B54E6365C1}">
      <dgm:prSet/>
      <dgm:spPr/>
      <dgm:t>
        <a:bodyPr/>
        <a:lstStyle/>
        <a:p>
          <a:endParaRPr lang="en-US"/>
        </a:p>
      </dgm:t>
    </dgm:pt>
    <dgm:pt modelId="{64D91ED6-4ADA-4B65-8C30-21F47B9920C4}" type="sibTrans" cxnId="{0F8F4E03-8583-4B40-A15E-C7B54E6365C1}">
      <dgm:prSet/>
      <dgm:spPr/>
      <dgm:t>
        <a:bodyPr/>
        <a:lstStyle/>
        <a:p>
          <a:endParaRPr lang="en-US"/>
        </a:p>
      </dgm:t>
    </dgm:pt>
    <dgm:pt modelId="{1B6CB99F-82B4-454D-A157-BDA19F49229B}">
      <dgm:prSet/>
      <dgm:spPr/>
      <dgm:t>
        <a:bodyPr/>
        <a:lstStyle/>
        <a:p>
          <a:r>
            <a:rPr lang="en-US"/>
            <a:t>Decoupled behavior in clients.</a:t>
          </a:r>
        </a:p>
      </dgm:t>
    </dgm:pt>
    <dgm:pt modelId="{E760D2CE-8CC2-4268-86EB-DDE276F8DF5C}" type="parTrans" cxnId="{B2477DA6-22DE-48F6-AAE0-03F8A45A7D94}">
      <dgm:prSet/>
      <dgm:spPr/>
      <dgm:t>
        <a:bodyPr/>
        <a:lstStyle/>
        <a:p>
          <a:endParaRPr lang="en-US"/>
        </a:p>
      </dgm:t>
    </dgm:pt>
    <dgm:pt modelId="{9865E2C4-A3B2-4423-9248-826538AB2D51}" type="sibTrans" cxnId="{B2477DA6-22DE-48F6-AAE0-03F8A45A7D94}">
      <dgm:prSet/>
      <dgm:spPr/>
      <dgm:t>
        <a:bodyPr/>
        <a:lstStyle/>
        <a:p>
          <a:endParaRPr lang="en-US"/>
        </a:p>
      </dgm:t>
    </dgm:pt>
    <dgm:pt modelId="{A18902B0-D53C-44F4-8CCA-0B707CEE0EF7}">
      <dgm:prSet/>
      <dgm:spPr/>
      <dgm:t>
        <a:bodyPr/>
        <a:lstStyle/>
        <a:p>
          <a:r>
            <a:rPr lang="en-US"/>
            <a:t>Scalable across multiple clients</a:t>
          </a:r>
        </a:p>
      </dgm:t>
    </dgm:pt>
    <dgm:pt modelId="{1E2D9F20-4551-432F-81A2-A494EF2A129C}" type="parTrans" cxnId="{BD305740-806C-4133-BA1D-736880D85286}">
      <dgm:prSet/>
      <dgm:spPr/>
      <dgm:t>
        <a:bodyPr/>
        <a:lstStyle/>
        <a:p>
          <a:endParaRPr lang="en-US"/>
        </a:p>
      </dgm:t>
    </dgm:pt>
    <dgm:pt modelId="{9C5D0EB2-9568-4E96-ACB9-4F29A5D07788}" type="sibTrans" cxnId="{BD305740-806C-4133-BA1D-736880D85286}">
      <dgm:prSet/>
      <dgm:spPr/>
      <dgm:t>
        <a:bodyPr/>
        <a:lstStyle/>
        <a:p>
          <a:endParaRPr lang="en-US"/>
        </a:p>
      </dgm:t>
    </dgm:pt>
    <dgm:pt modelId="{83401CC2-C4F5-4247-82C8-19DEF48CC473}">
      <dgm:prSet/>
      <dgm:spPr/>
      <dgm:t>
        <a:bodyPr/>
        <a:lstStyle/>
        <a:p>
          <a:r>
            <a:rPr lang="en-US"/>
            <a:t>Increased maintainability</a:t>
          </a:r>
        </a:p>
      </dgm:t>
    </dgm:pt>
    <dgm:pt modelId="{154F68B0-18FB-4085-ACFB-A4278AB44049}" type="parTrans" cxnId="{A797E992-716B-4A9B-A22D-F203D7AEB000}">
      <dgm:prSet/>
      <dgm:spPr/>
      <dgm:t>
        <a:bodyPr/>
        <a:lstStyle/>
        <a:p>
          <a:endParaRPr lang="en-US"/>
        </a:p>
      </dgm:t>
    </dgm:pt>
    <dgm:pt modelId="{92CCBA56-B610-4A74-9ABB-D054D47D6E99}" type="sibTrans" cxnId="{A797E992-716B-4A9B-A22D-F203D7AEB000}">
      <dgm:prSet/>
      <dgm:spPr/>
      <dgm:t>
        <a:bodyPr/>
        <a:lstStyle/>
        <a:p>
          <a:endParaRPr lang="en-US"/>
        </a:p>
      </dgm:t>
    </dgm:pt>
    <dgm:pt modelId="{B89BB74A-DC3B-4F5B-A125-BF9908078F62}" type="pres">
      <dgm:prSet presAssocID="{96ED06A1-A03A-4F01-B157-15BFE229CF31}" presName="root" presStyleCnt="0">
        <dgm:presLayoutVars>
          <dgm:dir/>
          <dgm:resizeHandles val="exact"/>
        </dgm:presLayoutVars>
      </dgm:prSet>
      <dgm:spPr/>
    </dgm:pt>
    <dgm:pt modelId="{2FD15323-4979-47E6-A3CD-41EE889F0889}" type="pres">
      <dgm:prSet presAssocID="{08E36400-0533-4AE8-B56F-80649353B02A}" presName="compNode" presStyleCnt="0"/>
      <dgm:spPr/>
    </dgm:pt>
    <dgm:pt modelId="{78D04E98-4BF4-428C-9472-987599299806}" type="pres">
      <dgm:prSet presAssocID="{08E36400-0533-4AE8-B56F-80649353B02A}" presName="bgRect" presStyleLbl="bgShp" presStyleIdx="0" presStyleCnt="4"/>
      <dgm:spPr/>
    </dgm:pt>
    <dgm:pt modelId="{2A31F126-EC88-43E5-BE86-4C3418493386}" type="pres">
      <dgm:prSet presAssocID="{08E36400-0533-4AE8-B56F-80649353B02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nching Diagram"/>
        </a:ext>
      </dgm:extLst>
    </dgm:pt>
    <dgm:pt modelId="{9C24CD2C-219E-48F2-A380-346FB9DF8658}" type="pres">
      <dgm:prSet presAssocID="{08E36400-0533-4AE8-B56F-80649353B02A}" presName="spaceRect" presStyleCnt="0"/>
      <dgm:spPr/>
    </dgm:pt>
    <dgm:pt modelId="{F2EA2634-18E4-48FC-9425-53D681A87B2A}" type="pres">
      <dgm:prSet presAssocID="{08E36400-0533-4AE8-B56F-80649353B02A}" presName="parTx" presStyleLbl="revTx" presStyleIdx="0" presStyleCnt="4">
        <dgm:presLayoutVars>
          <dgm:chMax val="0"/>
          <dgm:chPref val="0"/>
        </dgm:presLayoutVars>
      </dgm:prSet>
      <dgm:spPr/>
    </dgm:pt>
    <dgm:pt modelId="{F24AC832-312F-42A2-BC3C-2A1DE8F3D014}" type="pres">
      <dgm:prSet presAssocID="{64D91ED6-4ADA-4B65-8C30-21F47B9920C4}" presName="sibTrans" presStyleCnt="0"/>
      <dgm:spPr/>
    </dgm:pt>
    <dgm:pt modelId="{1E4B7A17-3A0C-4A5C-8B25-9997FF999C4F}" type="pres">
      <dgm:prSet presAssocID="{1B6CB99F-82B4-454D-A157-BDA19F49229B}" presName="compNode" presStyleCnt="0"/>
      <dgm:spPr/>
    </dgm:pt>
    <dgm:pt modelId="{6A57A7C1-9D55-4E77-9D30-594F91DA135A}" type="pres">
      <dgm:prSet presAssocID="{1B6CB99F-82B4-454D-A157-BDA19F49229B}" presName="bgRect" presStyleLbl="bgShp" presStyleIdx="1" presStyleCnt="4"/>
      <dgm:spPr/>
    </dgm:pt>
    <dgm:pt modelId="{CCCF1D74-2AD9-49B2-8217-A3A8D4373EEA}" type="pres">
      <dgm:prSet presAssocID="{1B6CB99F-82B4-454D-A157-BDA19F49229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96007551-AFDA-40B7-9449-AD880BFD9DE2}" type="pres">
      <dgm:prSet presAssocID="{1B6CB99F-82B4-454D-A157-BDA19F49229B}" presName="spaceRect" presStyleCnt="0"/>
      <dgm:spPr/>
    </dgm:pt>
    <dgm:pt modelId="{EE4C6FAB-395D-4C46-91FB-8E65F0550F95}" type="pres">
      <dgm:prSet presAssocID="{1B6CB99F-82B4-454D-A157-BDA19F49229B}" presName="parTx" presStyleLbl="revTx" presStyleIdx="1" presStyleCnt="4">
        <dgm:presLayoutVars>
          <dgm:chMax val="0"/>
          <dgm:chPref val="0"/>
        </dgm:presLayoutVars>
      </dgm:prSet>
      <dgm:spPr/>
    </dgm:pt>
    <dgm:pt modelId="{A9CEC192-16CF-46F0-94F8-8F360F771D99}" type="pres">
      <dgm:prSet presAssocID="{9865E2C4-A3B2-4423-9248-826538AB2D51}" presName="sibTrans" presStyleCnt="0"/>
      <dgm:spPr/>
    </dgm:pt>
    <dgm:pt modelId="{ED501855-BF65-4581-9440-6AC17E0791E6}" type="pres">
      <dgm:prSet presAssocID="{A18902B0-D53C-44F4-8CCA-0B707CEE0EF7}" presName="compNode" presStyleCnt="0"/>
      <dgm:spPr/>
    </dgm:pt>
    <dgm:pt modelId="{2328B935-5DAD-4F59-9AC6-2D5E7D93EF7C}" type="pres">
      <dgm:prSet presAssocID="{A18902B0-D53C-44F4-8CCA-0B707CEE0EF7}" presName="bgRect" presStyleLbl="bgShp" presStyleIdx="2" presStyleCnt="4"/>
      <dgm:spPr/>
    </dgm:pt>
    <dgm:pt modelId="{1234EA5F-DF7B-4065-A343-501D60F5CBCA}" type="pres">
      <dgm:prSet presAssocID="{A18902B0-D53C-44F4-8CCA-0B707CEE0EF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712F643A-85E5-433C-97F0-7E6E0080CCEE}" type="pres">
      <dgm:prSet presAssocID="{A18902B0-D53C-44F4-8CCA-0B707CEE0EF7}" presName="spaceRect" presStyleCnt="0"/>
      <dgm:spPr/>
    </dgm:pt>
    <dgm:pt modelId="{7B406C36-61D2-42FC-A58B-9BB661F751BD}" type="pres">
      <dgm:prSet presAssocID="{A18902B0-D53C-44F4-8CCA-0B707CEE0EF7}" presName="parTx" presStyleLbl="revTx" presStyleIdx="2" presStyleCnt="4">
        <dgm:presLayoutVars>
          <dgm:chMax val="0"/>
          <dgm:chPref val="0"/>
        </dgm:presLayoutVars>
      </dgm:prSet>
      <dgm:spPr/>
    </dgm:pt>
    <dgm:pt modelId="{DEDD4AFA-0E37-42DA-B482-A5A4304207E6}" type="pres">
      <dgm:prSet presAssocID="{9C5D0EB2-9568-4E96-ACB9-4F29A5D07788}" presName="sibTrans" presStyleCnt="0"/>
      <dgm:spPr/>
    </dgm:pt>
    <dgm:pt modelId="{798EFC7E-4D9E-4C17-AA48-B5396EC7D536}" type="pres">
      <dgm:prSet presAssocID="{83401CC2-C4F5-4247-82C8-19DEF48CC473}" presName="compNode" presStyleCnt="0"/>
      <dgm:spPr/>
    </dgm:pt>
    <dgm:pt modelId="{C95AD14C-38E9-4747-B57F-7D8B4628052A}" type="pres">
      <dgm:prSet presAssocID="{83401CC2-C4F5-4247-82C8-19DEF48CC473}" presName="bgRect" presStyleLbl="bgShp" presStyleIdx="3" presStyleCnt="4"/>
      <dgm:spPr/>
    </dgm:pt>
    <dgm:pt modelId="{6D3F94F9-2BE8-4DD0-B48B-736F7A9F4206}" type="pres">
      <dgm:prSet presAssocID="{83401CC2-C4F5-4247-82C8-19DEF48CC47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FAF3B9B0-C5D0-40A0-86AF-DEA5755BADA7}" type="pres">
      <dgm:prSet presAssocID="{83401CC2-C4F5-4247-82C8-19DEF48CC473}" presName="spaceRect" presStyleCnt="0"/>
      <dgm:spPr/>
    </dgm:pt>
    <dgm:pt modelId="{27429FA7-D42F-4271-9FCD-A91FF65EF104}" type="pres">
      <dgm:prSet presAssocID="{83401CC2-C4F5-4247-82C8-19DEF48CC473}" presName="parTx" presStyleLbl="revTx" presStyleIdx="3" presStyleCnt="4">
        <dgm:presLayoutVars>
          <dgm:chMax val="0"/>
          <dgm:chPref val="0"/>
        </dgm:presLayoutVars>
      </dgm:prSet>
      <dgm:spPr/>
    </dgm:pt>
  </dgm:ptLst>
  <dgm:cxnLst>
    <dgm:cxn modelId="{8786B000-3CBC-448E-963E-7D6918867648}" type="presOf" srcId="{1B6CB99F-82B4-454D-A157-BDA19F49229B}" destId="{EE4C6FAB-395D-4C46-91FB-8E65F0550F95}" srcOrd="0" destOrd="0" presId="urn:microsoft.com/office/officeart/2018/2/layout/IconVerticalSolidList"/>
    <dgm:cxn modelId="{0F8F4E03-8583-4B40-A15E-C7B54E6365C1}" srcId="{96ED06A1-A03A-4F01-B157-15BFE229CF31}" destId="{08E36400-0533-4AE8-B56F-80649353B02A}" srcOrd="0" destOrd="0" parTransId="{96C468BA-9284-43D2-A4F0-4CF205C8B57B}" sibTransId="{64D91ED6-4ADA-4B65-8C30-21F47B9920C4}"/>
    <dgm:cxn modelId="{BD305740-806C-4133-BA1D-736880D85286}" srcId="{96ED06A1-A03A-4F01-B157-15BFE229CF31}" destId="{A18902B0-D53C-44F4-8CCA-0B707CEE0EF7}" srcOrd="2" destOrd="0" parTransId="{1E2D9F20-4551-432F-81A2-A494EF2A129C}" sibTransId="{9C5D0EB2-9568-4E96-ACB9-4F29A5D07788}"/>
    <dgm:cxn modelId="{7B3F2B4F-C70F-4C7C-927F-6AD11628C57B}" type="presOf" srcId="{96ED06A1-A03A-4F01-B157-15BFE229CF31}" destId="{B89BB74A-DC3B-4F5B-A125-BF9908078F62}" srcOrd="0" destOrd="0" presId="urn:microsoft.com/office/officeart/2018/2/layout/IconVerticalSolidList"/>
    <dgm:cxn modelId="{D6A45290-B8A3-492C-8436-FCF770317A99}" type="presOf" srcId="{A18902B0-D53C-44F4-8CCA-0B707CEE0EF7}" destId="{7B406C36-61D2-42FC-A58B-9BB661F751BD}" srcOrd="0" destOrd="0" presId="urn:microsoft.com/office/officeart/2018/2/layout/IconVerticalSolidList"/>
    <dgm:cxn modelId="{A797E992-716B-4A9B-A22D-F203D7AEB000}" srcId="{96ED06A1-A03A-4F01-B157-15BFE229CF31}" destId="{83401CC2-C4F5-4247-82C8-19DEF48CC473}" srcOrd="3" destOrd="0" parTransId="{154F68B0-18FB-4085-ACFB-A4278AB44049}" sibTransId="{92CCBA56-B610-4A74-9ABB-D054D47D6E99}"/>
    <dgm:cxn modelId="{DF0BDBA1-FB93-4A47-9962-AB387D2A013B}" type="presOf" srcId="{08E36400-0533-4AE8-B56F-80649353B02A}" destId="{F2EA2634-18E4-48FC-9425-53D681A87B2A}" srcOrd="0" destOrd="0" presId="urn:microsoft.com/office/officeart/2018/2/layout/IconVerticalSolidList"/>
    <dgm:cxn modelId="{B2477DA6-22DE-48F6-AAE0-03F8A45A7D94}" srcId="{96ED06A1-A03A-4F01-B157-15BFE229CF31}" destId="{1B6CB99F-82B4-454D-A157-BDA19F49229B}" srcOrd="1" destOrd="0" parTransId="{E760D2CE-8CC2-4268-86EB-DDE276F8DF5C}" sibTransId="{9865E2C4-A3B2-4423-9248-826538AB2D51}"/>
    <dgm:cxn modelId="{E6CA21B3-D038-44F8-BC7C-95F6EF2F3B2E}" type="presOf" srcId="{83401CC2-C4F5-4247-82C8-19DEF48CC473}" destId="{27429FA7-D42F-4271-9FCD-A91FF65EF104}" srcOrd="0" destOrd="0" presId="urn:microsoft.com/office/officeart/2018/2/layout/IconVerticalSolidList"/>
    <dgm:cxn modelId="{62144C4C-354A-4740-A896-05915922B96E}" type="presParOf" srcId="{B89BB74A-DC3B-4F5B-A125-BF9908078F62}" destId="{2FD15323-4979-47E6-A3CD-41EE889F0889}" srcOrd="0" destOrd="0" presId="urn:microsoft.com/office/officeart/2018/2/layout/IconVerticalSolidList"/>
    <dgm:cxn modelId="{9BCE23A8-1F81-4597-92C9-87E93DECF5CF}" type="presParOf" srcId="{2FD15323-4979-47E6-A3CD-41EE889F0889}" destId="{78D04E98-4BF4-428C-9472-987599299806}" srcOrd="0" destOrd="0" presId="urn:microsoft.com/office/officeart/2018/2/layout/IconVerticalSolidList"/>
    <dgm:cxn modelId="{9FA46E0E-775F-485C-B4AE-6EA048FDCF0F}" type="presParOf" srcId="{2FD15323-4979-47E6-A3CD-41EE889F0889}" destId="{2A31F126-EC88-43E5-BE86-4C3418493386}" srcOrd="1" destOrd="0" presId="urn:microsoft.com/office/officeart/2018/2/layout/IconVerticalSolidList"/>
    <dgm:cxn modelId="{0D38DBEA-E206-4A92-AC15-620663AF8FF1}" type="presParOf" srcId="{2FD15323-4979-47E6-A3CD-41EE889F0889}" destId="{9C24CD2C-219E-48F2-A380-346FB9DF8658}" srcOrd="2" destOrd="0" presId="urn:microsoft.com/office/officeart/2018/2/layout/IconVerticalSolidList"/>
    <dgm:cxn modelId="{8B840FD4-F5BD-4848-8761-459A79E65F61}" type="presParOf" srcId="{2FD15323-4979-47E6-A3CD-41EE889F0889}" destId="{F2EA2634-18E4-48FC-9425-53D681A87B2A}" srcOrd="3" destOrd="0" presId="urn:microsoft.com/office/officeart/2018/2/layout/IconVerticalSolidList"/>
    <dgm:cxn modelId="{B6932D1C-0E87-461A-8521-244EEBE9D326}" type="presParOf" srcId="{B89BB74A-DC3B-4F5B-A125-BF9908078F62}" destId="{F24AC832-312F-42A2-BC3C-2A1DE8F3D014}" srcOrd="1" destOrd="0" presId="urn:microsoft.com/office/officeart/2018/2/layout/IconVerticalSolidList"/>
    <dgm:cxn modelId="{F8C6E877-66D0-4631-8C51-CD6DC5B749AD}" type="presParOf" srcId="{B89BB74A-DC3B-4F5B-A125-BF9908078F62}" destId="{1E4B7A17-3A0C-4A5C-8B25-9997FF999C4F}" srcOrd="2" destOrd="0" presId="urn:microsoft.com/office/officeart/2018/2/layout/IconVerticalSolidList"/>
    <dgm:cxn modelId="{73AB3912-2A27-42A0-B319-719470294273}" type="presParOf" srcId="{1E4B7A17-3A0C-4A5C-8B25-9997FF999C4F}" destId="{6A57A7C1-9D55-4E77-9D30-594F91DA135A}" srcOrd="0" destOrd="0" presId="urn:microsoft.com/office/officeart/2018/2/layout/IconVerticalSolidList"/>
    <dgm:cxn modelId="{CBBE4202-BC3E-4CBC-8867-AAE0CF2DBA2E}" type="presParOf" srcId="{1E4B7A17-3A0C-4A5C-8B25-9997FF999C4F}" destId="{CCCF1D74-2AD9-49B2-8217-A3A8D4373EEA}" srcOrd="1" destOrd="0" presId="urn:microsoft.com/office/officeart/2018/2/layout/IconVerticalSolidList"/>
    <dgm:cxn modelId="{ED512086-4FE0-42F2-A3C3-0C5C869B29E8}" type="presParOf" srcId="{1E4B7A17-3A0C-4A5C-8B25-9997FF999C4F}" destId="{96007551-AFDA-40B7-9449-AD880BFD9DE2}" srcOrd="2" destOrd="0" presId="urn:microsoft.com/office/officeart/2018/2/layout/IconVerticalSolidList"/>
    <dgm:cxn modelId="{E64BE6AE-E4A8-4F39-ACEC-524431739F20}" type="presParOf" srcId="{1E4B7A17-3A0C-4A5C-8B25-9997FF999C4F}" destId="{EE4C6FAB-395D-4C46-91FB-8E65F0550F95}" srcOrd="3" destOrd="0" presId="urn:microsoft.com/office/officeart/2018/2/layout/IconVerticalSolidList"/>
    <dgm:cxn modelId="{A678CA0E-2F71-4474-AB53-E5352456FA72}" type="presParOf" srcId="{B89BB74A-DC3B-4F5B-A125-BF9908078F62}" destId="{A9CEC192-16CF-46F0-94F8-8F360F771D99}" srcOrd="3" destOrd="0" presId="urn:microsoft.com/office/officeart/2018/2/layout/IconVerticalSolidList"/>
    <dgm:cxn modelId="{ADC495F1-9F9D-4A1C-B10A-217448356F9D}" type="presParOf" srcId="{B89BB74A-DC3B-4F5B-A125-BF9908078F62}" destId="{ED501855-BF65-4581-9440-6AC17E0791E6}" srcOrd="4" destOrd="0" presId="urn:microsoft.com/office/officeart/2018/2/layout/IconVerticalSolidList"/>
    <dgm:cxn modelId="{EB9B3780-B75A-4FF3-B950-87262A50E70B}" type="presParOf" srcId="{ED501855-BF65-4581-9440-6AC17E0791E6}" destId="{2328B935-5DAD-4F59-9AC6-2D5E7D93EF7C}" srcOrd="0" destOrd="0" presId="urn:microsoft.com/office/officeart/2018/2/layout/IconVerticalSolidList"/>
    <dgm:cxn modelId="{BF51DD59-CF07-4C47-A601-A39CA324A9D1}" type="presParOf" srcId="{ED501855-BF65-4581-9440-6AC17E0791E6}" destId="{1234EA5F-DF7B-4065-A343-501D60F5CBCA}" srcOrd="1" destOrd="0" presId="urn:microsoft.com/office/officeart/2018/2/layout/IconVerticalSolidList"/>
    <dgm:cxn modelId="{46861D4D-6CF6-4BCE-B4F8-11B4C84D666B}" type="presParOf" srcId="{ED501855-BF65-4581-9440-6AC17E0791E6}" destId="{712F643A-85E5-433C-97F0-7E6E0080CCEE}" srcOrd="2" destOrd="0" presId="urn:microsoft.com/office/officeart/2018/2/layout/IconVerticalSolidList"/>
    <dgm:cxn modelId="{DB6332AA-4E69-4960-9B66-3AF519DEA430}" type="presParOf" srcId="{ED501855-BF65-4581-9440-6AC17E0791E6}" destId="{7B406C36-61D2-42FC-A58B-9BB661F751BD}" srcOrd="3" destOrd="0" presId="urn:microsoft.com/office/officeart/2018/2/layout/IconVerticalSolidList"/>
    <dgm:cxn modelId="{8DCC3960-E377-493F-9E7F-67D28E3015C7}" type="presParOf" srcId="{B89BB74A-DC3B-4F5B-A125-BF9908078F62}" destId="{DEDD4AFA-0E37-42DA-B482-A5A4304207E6}" srcOrd="5" destOrd="0" presId="urn:microsoft.com/office/officeart/2018/2/layout/IconVerticalSolidList"/>
    <dgm:cxn modelId="{F561BF98-79B3-4D77-BD7B-94F06D75EE45}" type="presParOf" srcId="{B89BB74A-DC3B-4F5B-A125-BF9908078F62}" destId="{798EFC7E-4D9E-4C17-AA48-B5396EC7D536}" srcOrd="6" destOrd="0" presId="urn:microsoft.com/office/officeart/2018/2/layout/IconVerticalSolidList"/>
    <dgm:cxn modelId="{2937CECF-4A05-4AFB-8203-89BB4AE42377}" type="presParOf" srcId="{798EFC7E-4D9E-4C17-AA48-B5396EC7D536}" destId="{C95AD14C-38E9-4747-B57F-7D8B4628052A}" srcOrd="0" destOrd="0" presId="urn:microsoft.com/office/officeart/2018/2/layout/IconVerticalSolidList"/>
    <dgm:cxn modelId="{31B39C4B-2D8E-465D-9900-20B0ACA8FD32}" type="presParOf" srcId="{798EFC7E-4D9E-4C17-AA48-B5396EC7D536}" destId="{6D3F94F9-2BE8-4DD0-B48B-736F7A9F4206}" srcOrd="1" destOrd="0" presId="urn:microsoft.com/office/officeart/2018/2/layout/IconVerticalSolidList"/>
    <dgm:cxn modelId="{230634F3-BC82-4D64-B89F-5F77EDD07B7B}" type="presParOf" srcId="{798EFC7E-4D9E-4C17-AA48-B5396EC7D536}" destId="{FAF3B9B0-C5D0-40A0-86AF-DEA5755BADA7}" srcOrd="2" destOrd="0" presId="urn:microsoft.com/office/officeart/2018/2/layout/IconVerticalSolidList"/>
    <dgm:cxn modelId="{98F79AB6-15F3-48D5-BD84-4709689CEFB8}" type="presParOf" srcId="{798EFC7E-4D9E-4C17-AA48-B5396EC7D536}" destId="{27429FA7-D42F-4271-9FCD-A91FF65EF10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E8F0A02-B152-4563-A33B-F437D32B819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61CC903-478B-42F7-907B-971869971BC3}">
      <dgm:prSet/>
      <dgm:spPr/>
      <dgm:t>
        <a:bodyPr/>
        <a:lstStyle/>
        <a:p>
          <a:r>
            <a:rPr lang="en-US"/>
            <a:t>Increased Complexity</a:t>
          </a:r>
        </a:p>
      </dgm:t>
    </dgm:pt>
    <dgm:pt modelId="{DC32B1A3-D9FD-4756-B4E6-3DD88E09D34C}" type="parTrans" cxnId="{EF821B30-98AE-4913-ADEE-36DF0A1D9DFB}">
      <dgm:prSet/>
      <dgm:spPr/>
      <dgm:t>
        <a:bodyPr/>
        <a:lstStyle/>
        <a:p>
          <a:endParaRPr lang="en-US"/>
        </a:p>
      </dgm:t>
    </dgm:pt>
    <dgm:pt modelId="{AC4F98D0-EB92-4EA1-B259-0A49F82F9150}" type="sibTrans" cxnId="{EF821B30-98AE-4913-ADEE-36DF0A1D9DFB}">
      <dgm:prSet/>
      <dgm:spPr/>
      <dgm:t>
        <a:bodyPr/>
        <a:lstStyle/>
        <a:p>
          <a:endParaRPr lang="en-US"/>
        </a:p>
      </dgm:t>
    </dgm:pt>
    <dgm:pt modelId="{FB9FDF00-F7A8-4DBA-B93A-19C399C378C8}">
      <dgm:prSet/>
      <dgm:spPr/>
      <dgm:t>
        <a:bodyPr/>
        <a:lstStyle/>
        <a:p>
          <a:r>
            <a:rPr lang="en-US"/>
            <a:t>Synchronicity may be a problem</a:t>
          </a:r>
        </a:p>
      </dgm:t>
    </dgm:pt>
    <dgm:pt modelId="{AEC2871B-5D43-416A-A6FD-8F56E6372238}" type="parTrans" cxnId="{3181392C-91CC-4E98-AE41-1AC2EDB96B5C}">
      <dgm:prSet/>
      <dgm:spPr/>
      <dgm:t>
        <a:bodyPr/>
        <a:lstStyle/>
        <a:p>
          <a:endParaRPr lang="en-US"/>
        </a:p>
      </dgm:t>
    </dgm:pt>
    <dgm:pt modelId="{CE630CC2-4636-479B-AA21-9FCF54544E56}" type="sibTrans" cxnId="{3181392C-91CC-4E98-AE41-1AC2EDB96B5C}">
      <dgm:prSet/>
      <dgm:spPr/>
      <dgm:t>
        <a:bodyPr/>
        <a:lstStyle/>
        <a:p>
          <a:endParaRPr lang="en-US"/>
        </a:p>
      </dgm:t>
    </dgm:pt>
    <dgm:pt modelId="{C7FD8B07-45FD-41DF-8BE8-E4164302B6D2}">
      <dgm:prSet/>
      <dgm:spPr/>
      <dgm:t>
        <a:bodyPr/>
        <a:lstStyle/>
        <a:p>
          <a:r>
            <a:rPr lang="en-US"/>
            <a:t>Unintended Consequences</a:t>
          </a:r>
        </a:p>
      </dgm:t>
    </dgm:pt>
    <dgm:pt modelId="{DC5C2FBF-7FBD-446F-A443-401ECFAE3B05}" type="parTrans" cxnId="{D872EA0E-8C6C-4690-B723-04C62E627BF8}">
      <dgm:prSet/>
      <dgm:spPr/>
      <dgm:t>
        <a:bodyPr/>
        <a:lstStyle/>
        <a:p>
          <a:endParaRPr lang="en-US"/>
        </a:p>
      </dgm:t>
    </dgm:pt>
    <dgm:pt modelId="{7CB0C3BC-E7A6-4FB9-9E25-9668706678C6}" type="sibTrans" cxnId="{D872EA0E-8C6C-4690-B723-04C62E627BF8}">
      <dgm:prSet/>
      <dgm:spPr/>
      <dgm:t>
        <a:bodyPr/>
        <a:lstStyle/>
        <a:p>
          <a:endParaRPr lang="en-US"/>
        </a:p>
      </dgm:t>
    </dgm:pt>
    <dgm:pt modelId="{59EB4EF0-3567-40D9-983B-8DF8E4BB37DD}">
      <dgm:prSet/>
      <dgm:spPr/>
      <dgm:t>
        <a:bodyPr/>
        <a:lstStyle/>
        <a:p>
          <a:r>
            <a:rPr lang="en-US"/>
            <a:t>Publisher is unaware of the state of observers but still hast to maintain reference</a:t>
          </a:r>
        </a:p>
      </dgm:t>
    </dgm:pt>
    <dgm:pt modelId="{30635E84-8FFD-46EC-A33F-7FBDBDFEFADF}" type="parTrans" cxnId="{8693A1DF-90E1-40B4-A604-2F86EF106662}">
      <dgm:prSet/>
      <dgm:spPr/>
      <dgm:t>
        <a:bodyPr/>
        <a:lstStyle/>
        <a:p>
          <a:endParaRPr lang="en-US"/>
        </a:p>
      </dgm:t>
    </dgm:pt>
    <dgm:pt modelId="{68C314DE-4591-4D14-8E2C-FD197835CE1C}" type="sibTrans" cxnId="{8693A1DF-90E1-40B4-A604-2F86EF106662}">
      <dgm:prSet/>
      <dgm:spPr/>
      <dgm:t>
        <a:bodyPr/>
        <a:lstStyle/>
        <a:p>
          <a:endParaRPr lang="en-US"/>
        </a:p>
      </dgm:t>
    </dgm:pt>
    <dgm:pt modelId="{804D2E66-20B6-428D-A872-3EE780F697F1}" type="pres">
      <dgm:prSet presAssocID="{8E8F0A02-B152-4563-A33B-F437D32B819C}" presName="root" presStyleCnt="0">
        <dgm:presLayoutVars>
          <dgm:dir/>
          <dgm:resizeHandles val="exact"/>
        </dgm:presLayoutVars>
      </dgm:prSet>
      <dgm:spPr/>
    </dgm:pt>
    <dgm:pt modelId="{01259765-2291-4B38-B56C-B6D51CD94B31}" type="pres">
      <dgm:prSet presAssocID="{C61CC903-478B-42F7-907B-971869971BC3}" presName="compNode" presStyleCnt="0"/>
      <dgm:spPr/>
    </dgm:pt>
    <dgm:pt modelId="{3B0B428B-3231-412E-B685-2C95FC25862B}" type="pres">
      <dgm:prSet presAssocID="{C61CC903-478B-42F7-907B-971869971BC3}" presName="bgRect" presStyleLbl="bgShp" presStyleIdx="0" presStyleCnt="4"/>
      <dgm:spPr/>
    </dgm:pt>
    <dgm:pt modelId="{C32A8083-402D-4ED2-84FE-671963858D8F}" type="pres">
      <dgm:prSet presAssocID="{C61CC903-478B-42F7-907B-971869971BC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2D314BAE-44D2-42EB-A1C5-9B01568D63AF}" type="pres">
      <dgm:prSet presAssocID="{C61CC903-478B-42F7-907B-971869971BC3}" presName="spaceRect" presStyleCnt="0"/>
      <dgm:spPr/>
    </dgm:pt>
    <dgm:pt modelId="{C77E46CD-9C2F-4CDE-AC43-376133454726}" type="pres">
      <dgm:prSet presAssocID="{C61CC903-478B-42F7-907B-971869971BC3}" presName="parTx" presStyleLbl="revTx" presStyleIdx="0" presStyleCnt="4">
        <dgm:presLayoutVars>
          <dgm:chMax val="0"/>
          <dgm:chPref val="0"/>
        </dgm:presLayoutVars>
      </dgm:prSet>
      <dgm:spPr/>
    </dgm:pt>
    <dgm:pt modelId="{CEB1F712-4C4B-4732-8CC1-EE2B61D99757}" type="pres">
      <dgm:prSet presAssocID="{AC4F98D0-EB92-4EA1-B259-0A49F82F9150}" presName="sibTrans" presStyleCnt="0"/>
      <dgm:spPr/>
    </dgm:pt>
    <dgm:pt modelId="{F945BCE1-5F77-4FBF-A6A2-2AECADF97B1F}" type="pres">
      <dgm:prSet presAssocID="{FB9FDF00-F7A8-4DBA-B93A-19C399C378C8}" presName="compNode" presStyleCnt="0"/>
      <dgm:spPr/>
    </dgm:pt>
    <dgm:pt modelId="{3C3BE9EE-37BC-4D22-9C27-831F2CC0203F}" type="pres">
      <dgm:prSet presAssocID="{FB9FDF00-F7A8-4DBA-B93A-19C399C378C8}" presName="bgRect" presStyleLbl="bgShp" presStyleIdx="1" presStyleCnt="4"/>
      <dgm:spPr/>
    </dgm:pt>
    <dgm:pt modelId="{444AB1FD-F6E1-4984-9035-5B67EFBBEBF9}" type="pres">
      <dgm:prSet presAssocID="{FB9FDF00-F7A8-4DBA-B93A-19C399C378C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1EE1300E-C070-4615-AF7E-9DB091B53CCE}" type="pres">
      <dgm:prSet presAssocID="{FB9FDF00-F7A8-4DBA-B93A-19C399C378C8}" presName="spaceRect" presStyleCnt="0"/>
      <dgm:spPr/>
    </dgm:pt>
    <dgm:pt modelId="{0662B310-A602-46F5-85D8-C24F45F705ED}" type="pres">
      <dgm:prSet presAssocID="{FB9FDF00-F7A8-4DBA-B93A-19C399C378C8}" presName="parTx" presStyleLbl="revTx" presStyleIdx="1" presStyleCnt="4">
        <dgm:presLayoutVars>
          <dgm:chMax val="0"/>
          <dgm:chPref val="0"/>
        </dgm:presLayoutVars>
      </dgm:prSet>
      <dgm:spPr/>
    </dgm:pt>
    <dgm:pt modelId="{860FE4D0-0FEF-4D7D-88C2-173CB3D26B8A}" type="pres">
      <dgm:prSet presAssocID="{CE630CC2-4636-479B-AA21-9FCF54544E56}" presName="sibTrans" presStyleCnt="0"/>
      <dgm:spPr/>
    </dgm:pt>
    <dgm:pt modelId="{C0196151-7702-4533-9FA4-FBA784300C77}" type="pres">
      <dgm:prSet presAssocID="{C7FD8B07-45FD-41DF-8BE8-E4164302B6D2}" presName="compNode" presStyleCnt="0"/>
      <dgm:spPr/>
    </dgm:pt>
    <dgm:pt modelId="{2BB92A93-9592-4E61-B661-48995E5C1E25}" type="pres">
      <dgm:prSet presAssocID="{C7FD8B07-45FD-41DF-8BE8-E4164302B6D2}" presName="bgRect" presStyleLbl="bgShp" presStyleIdx="2" presStyleCnt="4"/>
      <dgm:spPr/>
    </dgm:pt>
    <dgm:pt modelId="{087E0378-5E8B-4091-BD6A-7260A7A1CEC2}" type="pres">
      <dgm:prSet presAssocID="{C7FD8B07-45FD-41DF-8BE8-E4164302B6D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o sign"/>
        </a:ext>
      </dgm:extLst>
    </dgm:pt>
    <dgm:pt modelId="{38FB8CEF-0B2D-4527-BFC3-3AC263BCC9FA}" type="pres">
      <dgm:prSet presAssocID="{C7FD8B07-45FD-41DF-8BE8-E4164302B6D2}" presName="spaceRect" presStyleCnt="0"/>
      <dgm:spPr/>
    </dgm:pt>
    <dgm:pt modelId="{D46A2B1F-E01E-4D21-800B-4FE538EECF97}" type="pres">
      <dgm:prSet presAssocID="{C7FD8B07-45FD-41DF-8BE8-E4164302B6D2}" presName="parTx" presStyleLbl="revTx" presStyleIdx="2" presStyleCnt="4">
        <dgm:presLayoutVars>
          <dgm:chMax val="0"/>
          <dgm:chPref val="0"/>
        </dgm:presLayoutVars>
      </dgm:prSet>
      <dgm:spPr/>
    </dgm:pt>
    <dgm:pt modelId="{A4EC0F1A-5DEA-42F5-A79F-03A8D48BF739}" type="pres">
      <dgm:prSet presAssocID="{7CB0C3BC-E7A6-4FB9-9E25-9668706678C6}" presName="sibTrans" presStyleCnt="0"/>
      <dgm:spPr/>
    </dgm:pt>
    <dgm:pt modelId="{22F9CF72-3BE2-42A9-A136-D43DDB517826}" type="pres">
      <dgm:prSet presAssocID="{59EB4EF0-3567-40D9-983B-8DF8E4BB37DD}" presName="compNode" presStyleCnt="0"/>
      <dgm:spPr/>
    </dgm:pt>
    <dgm:pt modelId="{F42FF8A4-DA42-41DE-89CC-0FCB06978F1D}" type="pres">
      <dgm:prSet presAssocID="{59EB4EF0-3567-40D9-983B-8DF8E4BB37DD}" presName="bgRect" presStyleLbl="bgShp" presStyleIdx="3" presStyleCnt="4"/>
      <dgm:spPr/>
    </dgm:pt>
    <dgm:pt modelId="{241BCCA5-837A-48B7-9F56-D14FF43B421D}" type="pres">
      <dgm:prSet presAssocID="{59EB4EF0-3567-40D9-983B-8DF8E4BB37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E2CFCEAA-7EC9-4139-B14B-1F81DB4D3642}" type="pres">
      <dgm:prSet presAssocID="{59EB4EF0-3567-40D9-983B-8DF8E4BB37DD}" presName="spaceRect" presStyleCnt="0"/>
      <dgm:spPr/>
    </dgm:pt>
    <dgm:pt modelId="{8CF1B97E-65F4-4277-8D41-E435F52155EC}" type="pres">
      <dgm:prSet presAssocID="{59EB4EF0-3567-40D9-983B-8DF8E4BB37DD}" presName="parTx" presStyleLbl="revTx" presStyleIdx="3" presStyleCnt="4">
        <dgm:presLayoutVars>
          <dgm:chMax val="0"/>
          <dgm:chPref val="0"/>
        </dgm:presLayoutVars>
      </dgm:prSet>
      <dgm:spPr/>
    </dgm:pt>
  </dgm:ptLst>
  <dgm:cxnLst>
    <dgm:cxn modelId="{D872EA0E-8C6C-4690-B723-04C62E627BF8}" srcId="{8E8F0A02-B152-4563-A33B-F437D32B819C}" destId="{C7FD8B07-45FD-41DF-8BE8-E4164302B6D2}" srcOrd="2" destOrd="0" parTransId="{DC5C2FBF-7FBD-446F-A443-401ECFAE3B05}" sibTransId="{7CB0C3BC-E7A6-4FB9-9E25-9668706678C6}"/>
    <dgm:cxn modelId="{52C6E711-E908-4A47-9816-942F2FEB6B2A}" type="presOf" srcId="{FB9FDF00-F7A8-4DBA-B93A-19C399C378C8}" destId="{0662B310-A602-46F5-85D8-C24F45F705ED}" srcOrd="0" destOrd="0" presId="urn:microsoft.com/office/officeart/2018/2/layout/IconVerticalSolidList"/>
    <dgm:cxn modelId="{3181392C-91CC-4E98-AE41-1AC2EDB96B5C}" srcId="{8E8F0A02-B152-4563-A33B-F437D32B819C}" destId="{FB9FDF00-F7A8-4DBA-B93A-19C399C378C8}" srcOrd="1" destOrd="0" parTransId="{AEC2871B-5D43-416A-A6FD-8F56E6372238}" sibTransId="{CE630CC2-4636-479B-AA21-9FCF54544E56}"/>
    <dgm:cxn modelId="{EF821B30-98AE-4913-ADEE-36DF0A1D9DFB}" srcId="{8E8F0A02-B152-4563-A33B-F437D32B819C}" destId="{C61CC903-478B-42F7-907B-971869971BC3}" srcOrd="0" destOrd="0" parTransId="{DC32B1A3-D9FD-4756-B4E6-3DD88E09D34C}" sibTransId="{AC4F98D0-EB92-4EA1-B259-0A49F82F9150}"/>
    <dgm:cxn modelId="{410E4169-9F07-4FC8-8296-F4F7C92144A4}" type="presOf" srcId="{59EB4EF0-3567-40D9-983B-8DF8E4BB37DD}" destId="{8CF1B97E-65F4-4277-8D41-E435F52155EC}" srcOrd="0" destOrd="0" presId="urn:microsoft.com/office/officeart/2018/2/layout/IconVerticalSolidList"/>
    <dgm:cxn modelId="{3C28364F-C1DF-4A21-B2A8-777285AB133D}" type="presOf" srcId="{C61CC903-478B-42F7-907B-971869971BC3}" destId="{C77E46CD-9C2F-4CDE-AC43-376133454726}" srcOrd="0" destOrd="0" presId="urn:microsoft.com/office/officeart/2018/2/layout/IconVerticalSolidList"/>
    <dgm:cxn modelId="{7A3D29D3-D3BD-4003-A97B-775F69F49413}" type="presOf" srcId="{8E8F0A02-B152-4563-A33B-F437D32B819C}" destId="{804D2E66-20B6-428D-A872-3EE780F697F1}" srcOrd="0" destOrd="0" presId="urn:microsoft.com/office/officeart/2018/2/layout/IconVerticalSolidList"/>
    <dgm:cxn modelId="{8693A1DF-90E1-40B4-A604-2F86EF106662}" srcId="{8E8F0A02-B152-4563-A33B-F437D32B819C}" destId="{59EB4EF0-3567-40D9-983B-8DF8E4BB37DD}" srcOrd="3" destOrd="0" parTransId="{30635E84-8FFD-46EC-A33F-7FBDBDFEFADF}" sibTransId="{68C314DE-4591-4D14-8E2C-FD197835CE1C}"/>
    <dgm:cxn modelId="{83C324F9-47B8-455C-B61F-756D2FFC6C08}" type="presOf" srcId="{C7FD8B07-45FD-41DF-8BE8-E4164302B6D2}" destId="{D46A2B1F-E01E-4D21-800B-4FE538EECF97}" srcOrd="0" destOrd="0" presId="urn:microsoft.com/office/officeart/2018/2/layout/IconVerticalSolidList"/>
    <dgm:cxn modelId="{0A486EEA-EB3F-44D5-BC3F-BF4D45EB4E40}" type="presParOf" srcId="{804D2E66-20B6-428D-A872-3EE780F697F1}" destId="{01259765-2291-4B38-B56C-B6D51CD94B31}" srcOrd="0" destOrd="0" presId="urn:microsoft.com/office/officeart/2018/2/layout/IconVerticalSolidList"/>
    <dgm:cxn modelId="{5D288DB4-F9CA-41DB-9A18-B227A9E2393C}" type="presParOf" srcId="{01259765-2291-4B38-B56C-B6D51CD94B31}" destId="{3B0B428B-3231-412E-B685-2C95FC25862B}" srcOrd="0" destOrd="0" presId="urn:microsoft.com/office/officeart/2018/2/layout/IconVerticalSolidList"/>
    <dgm:cxn modelId="{2192CD5E-5B46-4B97-9BFD-E58168D837F9}" type="presParOf" srcId="{01259765-2291-4B38-B56C-B6D51CD94B31}" destId="{C32A8083-402D-4ED2-84FE-671963858D8F}" srcOrd="1" destOrd="0" presId="urn:microsoft.com/office/officeart/2018/2/layout/IconVerticalSolidList"/>
    <dgm:cxn modelId="{13E584DA-DC98-477D-8A39-77957738585A}" type="presParOf" srcId="{01259765-2291-4B38-B56C-B6D51CD94B31}" destId="{2D314BAE-44D2-42EB-A1C5-9B01568D63AF}" srcOrd="2" destOrd="0" presId="urn:microsoft.com/office/officeart/2018/2/layout/IconVerticalSolidList"/>
    <dgm:cxn modelId="{33853EEA-015A-481C-83AF-7CAB0BBC395F}" type="presParOf" srcId="{01259765-2291-4B38-B56C-B6D51CD94B31}" destId="{C77E46CD-9C2F-4CDE-AC43-376133454726}" srcOrd="3" destOrd="0" presId="urn:microsoft.com/office/officeart/2018/2/layout/IconVerticalSolidList"/>
    <dgm:cxn modelId="{31969DEF-E6BA-417B-A3AD-884C1966B6DD}" type="presParOf" srcId="{804D2E66-20B6-428D-A872-3EE780F697F1}" destId="{CEB1F712-4C4B-4732-8CC1-EE2B61D99757}" srcOrd="1" destOrd="0" presId="urn:microsoft.com/office/officeart/2018/2/layout/IconVerticalSolidList"/>
    <dgm:cxn modelId="{CB352963-1622-4F41-B621-4345427C8FED}" type="presParOf" srcId="{804D2E66-20B6-428D-A872-3EE780F697F1}" destId="{F945BCE1-5F77-4FBF-A6A2-2AECADF97B1F}" srcOrd="2" destOrd="0" presId="urn:microsoft.com/office/officeart/2018/2/layout/IconVerticalSolidList"/>
    <dgm:cxn modelId="{CB937123-76E3-4BFD-B3A8-690826F3C613}" type="presParOf" srcId="{F945BCE1-5F77-4FBF-A6A2-2AECADF97B1F}" destId="{3C3BE9EE-37BC-4D22-9C27-831F2CC0203F}" srcOrd="0" destOrd="0" presId="urn:microsoft.com/office/officeart/2018/2/layout/IconVerticalSolidList"/>
    <dgm:cxn modelId="{2ECC50A0-B75F-4488-A9A2-7E47635D296F}" type="presParOf" srcId="{F945BCE1-5F77-4FBF-A6A2-2AECADF97B1F}" destId="{444AB1FD-F6E1-4984-9035-5B67EFBBEBF9}" srcOrd="1" destOrd="0" presId="urn:microsoft.com/office/officeart/2018/2/layout/IconVerticalSolidList"/>
    <dgm:cxn modelId="{5012C919-A25E-4112-92C2-278D8A2874D7}" type="presParOf" srcId="{F945BCE1-5F77-4FBF-A6A2-2AECADF97B1F}" destId="{1EE1300E-C070-4615-AF7E-9DB091B53CCE}" srcOrd="2" destOrd="0" presId="urn:microsoft.com/office/officeart/2018/2/layout/IconVerticalSolidList"/>
    <dgm:cxn modelId="{59F6F05E-EB3F-4C94-895A-4696053A0EAF}" type="presParOf" srcId="{F945BCE1-5F77-4FBF-A6A2-2AECADF97B1F}" destId="{0662B310-A602-46F5-85D8-C24F45F705ED}" srcOrd="3" destOrd="0" presId="urn:microsoft.com/office/officeart/2018/2/layout/IconVerticalSolidList"/>
    <dgm:cxn modelId="{9F445EB3-3FCC-4A98-9E34-203F946F0205}" type="presParOf" srcId="{804D2E66-20B6-428D-A872-3EE780F697F1}" destId="{860FE4D0-0FEF-4D7D-88C2-173CB3D26B8A}" srcOrd="3" destOrd="0" presId="urn:microsoft.com/office/officeart/2018/2/layout/IconVerticalSolidList"/>
    <dgm:cxn modelId="{C824FD9A-B8FA-44E0-A5E9-400132A101CA}" type="presParOf" srcId="{804D2E66-20B6-428D-A872-3EE780F697F1}" destId="{C0196151-7702-4533-9FA4-FBA784300C77}" srcOrd="4" destOrd="0" presId="urn:microsoft.com/office/officeart/2018/2/layout/IconVerticalSolidList"/>
    <dgm:cxn modelId="{B0E1327C-7167-4425-ABD9-0F346E55ED3E}" type="presParOf" srcId="{C0196151-7702-4533-9FA4-FBA784300C77}" destId="{2BB92A93-9592-4E61-B661-48995E5C1E25}" srcOrd="0" destOrd="0" presId="urn:microsoft.com/office/officeart/2018/2/layout/IconVerticalSolidList"/>
    <dgm:cxn modelId="{06937872-CC41-4190-93C3-DF0D35F13F35}" type="presParOf" srcId="{C0196151-7702-4533-9FA4-FBA784300C77}" destId="{087E0378-5E8B-4091-BD6A-7260A7A1CEC2}" srcOrd="1" destOrd="0" presId="urn:microsoft.com/office/officeart/2018/2/layout/IconVerticalSolidList"/>
    <dgm:cxn modelId="{A5EB3D3E-1000-4652-919C-DBEDEFACB2F7}" type="presParOf" srcId="{C0196151-7702-4533-9FA4-FBA784300C77}" destId="{38FB8CEF-0B2D-4527-BFC3-3AC263BCC9FA}" srcOrd="2" destOrd="0" presId="urn:microsoft.com/office/officeart/2018/2/layout/IconVerticalSolidList"/>
    <dgm:cxn modelId="{C2441EE1-BB81-4860-8A33-8E036F6F9AF3}" type="presParOf" srcId="{C0196151-7702-4533-9FA4-FBA784300C77}" destId="{D46A2B1F-E01E-4D21-800B-4FE538EECF97}" srcOrd="3" destOrd="0" presId="urn:microsoft.com/office/officeart/2018/2/layout/IconVerticalSolidList"/>
    <dgm:cxn modelId="{4C93E3E3-51D6-44D1-B233-614F1D7F7A01}" type="presParOf" srcId="{804D2E66-20B6-428D-A872-3EE780F697F1}" destId="{A4EC0F1A-5DEA-42F5-A79F-03A8D48BF739}" srcOrd="5" destOrd="0" presId="urn:microsoft.com/office/officeart/2018/2/layout/IconVerticalSolidList"/>
    <dgm:cxn modelId="{EF46C18F-2CD5-4094-A91B-B16651CE238B}" type="presParOf" srcId="{804D2E66-20B6-428D-A872-3EE780F697F1}" destId="{22F9CF72-3BE2-42A9-A136-D43DDB517826}" srcOrd="6" destOrd="0" presId="urn:microsoft.com/office/officeart/2018/2/layout/IconVerticalSolidList"/>
    <dgm:cxn modelId="{586DDA7C-9E44-4711-BECC-D4010AEBD211}" type="presParOf" srcId="{22F9CF72-3BE2-42A9-A136-D43DDB517826}" destId="{F42FF8A4-DA42-41DE-89CC-0FCB06978F1D}" srcOrd="0" destOrd="0" presId="urn:microsoft.com/office/officeart/2018/2/layout/IconVerticalSolidList"/>
    <dgm:cxn modelId="{354A4157-28D8-4DEB-872D-683ECA780CFC}" type="presParOf" srcId="{22F9CF72-3BE2-42A9-A136-D43DDB517826}" destId="{241BCCA5-837A-48B7-9F56-D14FF43B421D}" srcOrd="1" destOrd="0" presId="urn:microsoft.com/office/officeart/2018/2/layout/IconVerticalSolidList"/>
    <dgm:cxn modelId="{77FE5DB3-025D-4D26-8FAB-F21498CCCC04}" type="presParOf" srcId="{22F9CF72-3BE2-42A9-A136-D43DDB517826}" destId="{E2CFCEAA-7EC9-4139-B14B-1F81DB4D3642}" srcOrd="2" destOrd="0" presId="urn:microsoft.com/office/officeart/2018/2/layout/IconVerticalSolidList"/>
    <dgm:cxn modelId="{83B7E9A4-8855-44D4-A43D-75A66B124CD2}" type="presParOf" srcId="{22F9CF72-3BE2-42A9-A136-D43DDB517826}" destId="{8CF1B97E-65F4-4277-8D41-E435F52155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3C4ACDC-17D9-47C7-A543-3B7269D7C4D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0B47A01-0192-4052-94E0-E69177347AD0}">
      <dgm:prSet/>
      <dgm:spPr/>
      <dgm:t>
        <a:bodyPr/>
        <a:lstStyle/>
        <a:p>
          <a:r>
            <a:rPr lang="en-US"/>
            <a:t>S.  The responsibilities of notifying observers and how the observers respond is separated. </a:t>
          </a:r>
        </a:p>
      </dgm:t>
    </dgm:pt>
    <dgm:pt modelId="{5498FF7E-4663-4C52-B395-4B210CCCAD2B}" type="parTrans" cxnId="{5A1CE11B-6BAE-488C-8A58-211F8D937A67}">
      <dgm:prSet/>
      <dgm:spPr/>
      <dgm:t>
        <a:bodyPr/>
        <a:lstStyle/>
        <a:p>
          <a:endParaRPr lang="en-US"/>
        </a:p>
      </dgm:t>
    </dgm:pt>
    <dgm:pt modelId="{09F7D195-21D5-496B-8129-C74F8ED8C058}" type="sibTrans" cxnId="{5A1CE11B-6BAE-488C-8A58-211F8D937A67}">
      <dgm:prSet/>
      <dgm:spPr/>
      <dgm:t>
        <a:bodyPr/>
        <a:lstStyle/>
        <a:p>
          <a:endParaRPr lang="en-US"/>
        </a:p>
      </dgm:t>
    </dgm:pt>
    <dgm:pt modelId="{9283AFA0-87D5-49BF-B0AD-EE0431FEA34D}">
      <dgm:prSet/>
      <dgm:spPr/>
      <dgm:t>
        <a:bodyPr/>
        <a:lstStyle/>
        <a:p>
          <a:r>
            <a:rPr lang="en-US"/>
            <a:t>O. Observers do not depend on the Publisher.  Observers are added to the publisher.</a:t>
          </a:r>
        </a:p>
      </dgm:t>
    </dgm:pt>
    <dgm:pt modelId="{A29CA2A1-F140-4792-8653-0794AD8864EA}" type="parTrans" cxnId="{7FA0C34F-B444-4CC3-B0C2-243364313A39}">
      <dgm:prSet/>
      <dgm:spPr/>
      <dgm:t>
        <a:bodyPr/>
        <a:lstStyle/>
        <a:p>
          <a:endParaRPr lang="en-US"/>
        </a:p>
      </dgm:t>
    </dgm:pt>
    <dgm:pt modelId="{34F3150A-9E16-4EC5-982C-964DDE865771}" type="sibTrans" cxnId="{7FA0C34F-B444-4CC3-B0C2-243364313A39}">
      <dgm:prSet/>
      <dgm:spPr/>
      <dgm:t>
        <a:bodyPr/>
        <a:lstStyle/>
        <a:p>
          <a:endParaRPr lang="en-US"/>
        </a:p>
      </dgm:t>
    </dgm:pt>
    <dgm:pt modelId="{55F87FE7-B32A-4051-8DC5-F441262B4B1D}">
      <dgm:prSet/>
      <dgm:spPr/>
      <dgm:t>
        <a:bodyPr/>
        <a:lstStyle/>
        <a:p>
          <a:r>
            <a:rPr lang="en-US"/>
            <a:t>L. Observers have to comply with the interface but how they act based off of state change is up to the developer.</a:t>
          </a:r>
        </a:p>
      </dgm:t>
    </dgm:pt>
    <dgm:pt modelId="{D006E727-3467-41FD-A814-CEC9EF50D0B3}" type="parTrans" cxnId="{DD04C57D-5499-4C40-BA23-8C708F3665C1}">
      <dgm:prSet/>
      <dgm:spPr/>
      <dgm:t>
        <a:bodyPr/>
        <a:lstStyle/>
        <a:p>
          <a:endParaRPr lang="en-US"/>
        </a:p>
      </dgm:t>
    </dgm:pt>
    <dgm:pt modelId="{AD28BF92-97C7-491E-9511-B157FF302ADA}" type="sibTrans" cxnId="{DD04C57D-5499-4C40-BA23-8C708F3665C1}">
      <dgm:prSet/>
      <dgm:spPr/>
      <dgm:t>
        <a:bodyPr/>
        <a:lstStyle/>
        <a:p>
          <a:endParaRPr lang="en-US"/>
        </a:p>
      </dgm:t>
    </dgm:pt>
    <dgm:pt modelId="{6FB25F7D-9CD2-497A-8236-6FAAF829C0F7}">
      <dgm:prSet/>
      <dgm:spPr/>
      <dgm:t>
        <a:bodyPr/>
        <a:lstStyle/>
        <a:p>
          <a:r>
            <a:rPr lang="en-US"/>
            <a:t>I. Observer interface should be simple.  Just enough to establish itself as an observer.</a:t>
          </a:r>
        </a:p>
      </dgm:t>
    </dgm:pt>
    <dgm:pt modelId="{657608C5-378B-42E2-BE06-3CF1C5675BDE}" type="parTrans" cxnId="{864F8EF1-C1C5-49F6-BC94-1633C96D0EC9}">
      <dgm:prSet/>
      <dgm:spPr/>
      <dgm:t>
        <a:bodyPr/>
        <a:lstStyle/>
        <a:p>
          <a:endParaRPr lang="en-US"/>
        </a:p>
      </dgm:t>
    </dgm:pt>
    <dgm:pt modelId="{1E03D7F2-52DA-4D7B-B811-FB7FAE2F12BC}" type="sibTrans" cxnId="{864F8EF1-C1C5-49F6-BC94-1633C96D0EC9}">
      <dgm:prSet/>
      <dgm:spPr/>
      <dgm:t>
        <a:bodyPr/>
        <a:lstStyle/>
        <a:p>
          <a:endParaRPr lang="en-US"/>
        </a:p>
      </dgm:t>
    </dgm:pt>
    <dgm:pt modelId="{13E9F0B3-3C88-4769-8A21-60CEC4473340}">
      <dgm:prSet/>
      <dgm:spPr/>
      <dgm:t>
        <a:bodyPr/>
        <a:lstStyle/>
        <a:p>
          <a:r>
            <a:rPr lang="en-US"/>
            <a:t>D. Dependency inversion happens through a method rather than the constructor but it is there.</a:t>
          </a:r>
        </a:p>
      </dgm:t>
    </dgm:pt>
    <dgm:pt modelId="{4AEB9154-37B1-4A5E-B934-CF347450B86E}" type="parTrans" cxnId="{EA3FDFE5-FB02-4154-A91D-87E92F9077EC}">
      <dgm:prSet/>
      <dgm:spPr/>
      <dgm:t>
        <a:bodyPr/>
        <a:lstStyle/>
        <a:p>
          <a:endParaRPr lang="en-US"/>
        </a:p>
      </dgm:t>
    </dgm:pt>
    <dgm:pt modelId="{FDC88D55-D58B-4760-9E3C-E2E1530712D9}" type="sibTrans" cxnId="{EA3FDFE5-FB02-4154-A91D-87E92F9077EC}">
      <dgm:prSet/>
      <dgm:spPr/>
      <dgm:t>
        <a:bodyPr/>
        <a:lstStyle/>
        <a:p>
          <a:endParaRPr lang="en-US"/>
        </a:p>
      </dgm:t>
    </dgm:pt>
    <dgm:pt modelId="{034A75E2-E541-442E-A205-45232D36AAA3}" type="pres">
      <dgm:prSet presAssocID="{A3C4ACDC-17D9-47C7-A543-3B7269D7C4D8}" presName="root" presStyleCnt="0">
        <dgm:presLayoutVars>
          <dgm:dir/>
          <dgm:resizeHandles val="exact"/>
        </dgm:presLayoutVars>
      </dgm:prSet>
      <dgm:spPr/>
    </dgm:pt>
    <dgm:pt modelId="{B077D6F2-0AE0-4F20-81BE-AE6BAD453AE3}" type="pres">
      <dgm:prSet presAssocID="{20B47A01-0192-4052-94E0-E69177347AD0}" presName="compNode" presStyleCnt="0"/>
      <dgm:spPr/>
    </dgm:pt>
    <dgm:pt modelId="{A7E7AEB9-5F83-414F-8AB3-04FC15643240}" type="pres">
      <dgm:prSet presAssocID="{20B47A01-0192-4052-94E0-E69177347AD0}" presName="bgRect" presStyleLbl="bgShp" presStyleIdx="0" presStyleCnt="5"/>
      <dgm:spPr/>
    </dgm:pt>
    <dgm:pt modelId="{590B4C0E-3B38-4722-9167-F559CCBE519F}" type="pres">
      <dgm:prSet presAssocID="{20B47A01-0192-4052-94E0-E69177347AD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rveyBalls45"/>
        </a:ext>
      </dgm:extLst>
    </dgm:pt>
    <dgm:pt modelId="{56FC1736-160C-4150-92C3-2EE4FF204F70}" type="pres">
      <dgm:prSet presAssocID="{20B47A01-0192-4052-94E0-E69177347AD0}" presName="spaceRect" presStyleCnt="0"/>
      <dgm:spPr/>
    </dgm:pt>
    <dgm:pt modelId="{AB6F9992-44D3-4384-8811-7AB5CAF2D9CE}" type="pres">
      <dgm:prSet presAssocID="{20B47A01-0192-4052-94E0-E69177347AD0}" presName="parTx" presStyleLbl="revTx" presStyleIdx="0" presStyleCnt="5">
        <dgm:presLayoutVars>
          <dgm:chMax val="0"/>
          <dgm:chPref val="0"/>
        </dgm:presLayoutVars>
      </dgm:prSet>
      <dgm:spPr/>
    </dgm:pt>
    <dgm:pt modelId="{752DCFDE-D36C-42D8-9557-410FDC40172C}" type="pres">
      <dgm:prSet presAssocID="{09F7D195-21D5-496B-8129-C74F8ED8C058}" presName="sibTrans" presStyleCnt="0"/>
      <dgm:spPr/>
    </dgm:pt>
    <dgm:pt modelId="{6C10A7F7-4634-4E1C-A0E1-7F4B4E8E7888}" type="pres">
      <dgm:prSet presAssocID="{9283AFA0-87D5-49BF-B0AD-EE0431FEA34D}" presName="compNode" presStyleCnt="0"/>
      <dgm:spPr/>
    </dgm:pt>
    <dgm:pt modelId="{74D4F5BC-650F-4A11-994A-AC8D1D6CAAAF}" type="pres">
      <dgm:prSet presAssocID="{9283AFA0-87D5-49BF-B0AD-EE0431FEA34D}" presName="bgRect" presStyleLbl="bgShp" presStyleIdx="1" presStyleCnt="5"/>
      <dgm:spPr/>
    </dgm:pt>
    <dgm:pt modelId="{7FCBE76E-2F94-4714-9641-4848FAD10350}" type="pres">
      <dgm:prSet presAssocID="{9283AFA0-87D5-49BF-B0AD-EE0431FEA34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sed Quotation Mark"/>
        </a:ext>
      </dgm:extLst>
    </dgm:pt>
    <dgm:pt modelId="{8F8AC245-0A4E-4DDF-8DA7-8C5B8AA1EF7A}" type="pres">
      <dgm:prSet presAssocID="{9283AFA0-87D5-49BF-B0AD-EE0431FEA34D}" presName="spaceRect" presStyleCnt="0"/>
      <dgm:spPr/>
    </dgm:pt>
    <dgm:pt modelId="{F48BA2A0-DAC5-4C09-9CDD-B749A1A72877}" type="pres">
      <dgm:prSet presAssocID="{9283AFA0-87D5-49BF-B0AD-EE0431FEA34D}" presName="parTx" presStyleLbl="revTx" presStyleIdx="1" presStyleCnt="5">
        <dgm:presLayoutVars>
          <dgm:chMax val="0"/>
          <dgm:chPref val="0"/>
        </dgm:presLayoutVars>
      </dgm:prSet>
      <dgm:spPr/>
    </dgm:pt>
    <dgm:pt modelId="{233FC17C-052C-4679-A221-F61F3117947B}" type="pres">
      <dgm:prSet presAssocID="{34F3150A-9E16-4EC5-982C-964DDE865771}" presName="sibTrans" presStyleCnt="0"/>
      <dgm:spPr/>
    </dgm:pt>
    <dgm:pt modelId="{B9D0893C-A1CB-4124-BEA8-C0B3B7EAA486}" type="pres">
      <dgm:prSet presAssocID="{55F87FE7-B32A-4051-8DC5-F441262B4B1D}" presName="compNode" presStyleCnt="0"/>
      <dgm:spPr/>
    </dgm:pt>
    <dgm:pt modelId="{9DAF022D-8F11-48EE-BCD2-87F2123C21F8}" type="pres">
      <dgm:prSet presAssocID="{55F87FE7-B32A-4051-8DC5-F441262B4B1D}" presName="bgRect" presStyleLbl="bgShp" presStyleIdx="2" presStyleCnt="5"/>
      <dgm:spPr/>
    </dgm:pt>
    <dgm:pt modelId="{B9C1F9CC-DA30-48D8-85DE-D234C6C7479D}" type="pres">
      <dgm:prSet presAssocID="{55F87FE7-B32A-4051-8DC5-F441262B4B1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55F6E753-07B3-4619-A114-DFCF4A233EA0}" type="pres">
      <dgm:prSet presAssocID="{55F87FE7-B32A-4051-8DC5-F441262B4B1D}" presName="spaceRect" presStyleCnt="0"/>
      <dgm:spPr/>
    </dgm:pt>
    <dgm:pt modelId="{D1FEB5E4-9F99-4480-B769-7C9977B88D1B}" type="pres">
      <dgm:prSet presAssocID="{55F87FE7-B32A-4051-8DC5-F441262B4B1D}" presName="parTx" presStyleLbl="revTx" presStyleIdx="2" presStyleCnt="5">
        <dgm:presLayoutVars>
          <dgm:chMax val="0"/>
          <dgm:chPref val="0"/>
        </dgm:presLayoutVars>
      </dgm:prSet>
      <dgm:spPr/>
    </dgm:pt>
    <dgm:pt modelId="{1665DF1E-1165-4A65-BA3F-D20BA7DF83EC}" type="pres">
      <dgm:prSet presAssocID="{AD28BF92-97C7-491E-9511-B157FF302ADA}" presName="sibTrans" presStyleCnt="0"/>
      <dgm:spPr/>
    </dgm:pt>
    <dgm:pt modelId="{3059CDAC-1E35-4314-A333-B1AF719051E9}" type="pres">
      <dgm:prSet presAssocID="{6FB25F7D-9CD2-497A-8236-6FAAF829C0F7}" presName="compNode" presStyleCnt="0"/>
      <dgm:spPr/>
    </dgm:pt>
    <dgm:pt modelId="{4FDDEE6C-1B3B-4234-BEA2-F7996DB88F66}" type="pres">
      <dgm:prSet presAssocID="{6FB25F7D-9CD2-497A-8236-6FAAF829C0F7}" presName="bgRect" presStyleLbl="bgShp" presStyleIdx="3" presStyleCnt="5"/>
      <dgm:spPr/>
    </dgm:pt>
    <dgm:pt modelId="{1B68BC25-DFAC-4AD8-9EDA-CCBA038E048C}" type="pres">
      <dgm:prSet presAssocID="{6FB25F7D-9CD2-497A-8236-6FAAF829C0F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onfused Person"/>
        </a:ext>
      </dgm:extLst>
    </dgm:pt>
    <dgm:pt modelId="{E16968B4-FA71-4173-81F1-0D43B85C592B}" type="pres">
      <dgm:prSet presAssocID="{6FB25F7D-9CD2-497A-8236-6FAAF829C0F7}" presName="spaceRect" presStyleCnt="0"/>
      <dgm:spPr/>
    </dgm:pt>
    <dgm:pt modelId="{D17FF50E-7E05-42F6-8DEE-963B49A58B17}" type="pres">
      <dgm:prSet presAssocID="{6FB25F7D-9CD2-497A-8236-6FAAF829C0F7}" presName="parTx" presStyleLbl="revTx" presStyleIdx="3" presStyleCnt="5">
        <dgm:presLayoutVars>
          <dgm:chMax val="0"/>
          <dgm:chPref val="0"/>
        </dgm:presLayoutVars>
      </dgm:prSet>
      <dgm:spPr/>
    </dgm:pt>
    <dgm:pt modelId="{13A317A4-B99B-4283-AFAF-E3CEC0F8745B}" type="pres">
      <dgm:prSet presAssocID="{1E03D7F2-52DA-4D7B-B811-FB7FAE2F12BC}" presName="sibTrans" presStyleCnt="0"/>
      <dgm:spPr/>
    </dgm:pt>
    <dgm:pt modelId="{FFA7588A-B783-4964-8E51-25B771EDE243}" type="pres">
      <dgm:prSet presAssocID="{13E9F0B3-3C88-4769-8A21-60CEC4473340}" presName="compNode" presStyleCnt="0"/>
      <dgm:spPr/>
    </dgm:pt>
    <dgm:pt modelId="{DE698596-50CA-41A1-8D25-64E7022567E5}" type="pres">
      <dgm:prSet presAssocID="{13E9F0B3-3C88-4769-8A21-60CEC4473340}" presName="bgRect" presStyleLbl="bgShp" presStyleIdx="4" presStyleCnt="5"/>
      <dgm:spPr/>
    </dgm:pt>
    <dgm:pt modelId="{9793AE9D-4D9A-4407-BBAE-A768BC437E00}" type="pres">
      <dgm:prSet presAssocID="{13E9F0B3-3C88-4769-8A21-60CEC447334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isconnected"/>
        </a:ext>
      </dgm:extLst>
    </dgm:pt>
    <dgm:pt modelId="{0FA2689C-74F1-44C3-BBA8-1F0E17259D79}" type="pres">
      <dgm:prSet presAssocID="{13E9F0B3-3C88-4769-8A21-60CEC4473340}" presName="spaceRect" presStyleCnt="0"/>
      <dgm:spPr/>
    </dgm:pt>
    <dgm:pt modelId="{CAD601E4-DB39-4E5D-9C33-F589A4724C07}" type="pres">
      <dgm:prSet presAssocID="{13E9F0B3-3C88-4769-8A21-60CEC4473340}" presName="parTx" presStyleLbl="revTx" presStyleIdx="4" presStyleCnt="5">
        <dgm:presLayoutVars>
          <dgm:chMax val="0"/>
          <dgm:chPref val="0"/>
        </dgm:presLayoutVars>
      </dgm:prSet>
      <dgm:spPr/>
    </dgm:pt>
  </dgm:ptLst>
  <dgm:cxnLst>
    <dgm:cxn modelId="{456BCC10-0B2B-43A7-8470-4A2A5F7672C8}" type="presOf" srcId="{20B47A01-0192-4052-94E0-E69177347AD0}" destId="{AB6F9992-44D3-4384-8811-7AB5CAF2D9CE}" srcOrd="0" destOrd="0" presId="urn:microsoft.com/office/officeart/2018/2/layout/IconVerticalSolidList"/>
    <dgm:cxn modelId="{5A1CE11B-6BAE-488C-8A58-211F8D937A67}" srcId="{A3C4ACDC-17D9-47C7-A543-3B7269D7C4D8}" destId="{20B47A01-0192-4052-94E0-E69177347AD0}" srcOrd="0" destOrd="0" parTransId="{5498FF7E-4663-4C52-B395-4B210CCCAD2B}" sibTransId="{09F7D195-21D5-496B-8129-C74F8ED8C058}"/>
    <dgm:cxn modelId="{98AA0839-5957-4074-9030-330645720176}" type="presOf" srcId="{13E9F0B3-3C88-4769-8A21-60CEC4473340}" destId="{CAD601E4-DB39-4E5D-9C33-F589A4724C07}" srcOrd="0" destOrd="0" presId="urn:microsoft.com/office/officeart/2018/2/layout/IconVerticalSolidList"/>
    <dgm:cxn modelId="{7FA0C34F-B444-4CC3-B0C2-243364313A39}" srcId="{A3C4ACDC-17D9-47C7-A543-3B7269D7C4D8}" destId="{9283AFA0-87D5-49BF-B0AD-EE0431FEA34D}" srcOrd="1" destOrd="0" parTransId="{A29CA2A1-F140-4792-8653-0794AD8864EA}" sibTransId="{34F3150A-9E16-4EC5-982C-964DDE865771}"/>
    <dgm:cxn modelId="{36844670-4EF1-4C4F-9762-6BE23C5EA4CA}" type="presOf" srcId="{A3C4ACDC-17D9-47C7-A543-3B7269D7C4D8}" destId="{034A75E2-E541-442E-A205-45232D36AAA3}" srcOrd="0" destOrd="0" presId="urn:microsoft.com/office/officeart/2018/2/layout/IconVerticalSolidList"/>
    <dgm:cxn modelId="{4D445559-8D02-4832-8C33-313BA40827BA}" type="presOf" srcId="{9283AFA0-87D5-49BF-B0AD-EE0431FEA34D}" destId="{F48BA2A0-DAC5-4C09-9CDD-B749A1A72877}" srcOrd="0" destOrd="0" presId="urn:microsoft.com/office/officeart/2018/2/layout/IconVerticalSolidList"/>
    <dgm:cxn modelId="{DD04C57D-5499-4C40-BA23-8C708F3665C1}" srcId="{A3C4ACDC-17D9-47C7-A543-3B7269D7C4D8}" destId="{55F87FE7-B32A-4051-8DC5-F441262B4B1D}" srcOrd="2" destOrd="0" parTransId="{D006E727-3467-41FD-A814-CEC9EF50D0B3}" sibTransId="{AD28BF92-97C7-491E-9511-B157FF302ADA}"/>
    <dgm:cxn modelId="{C9430BC9-AA04-41A8-B6C4-7B3592AA0082}" type="presOf" srcId="{6FB25F7D-9CD2-497A-8236-6FAAF829C0F7}" destId="{D17FF50E-7E05-42F6-8DEE-963B49A58B17}" srcOrd="0" destOrd="0" presId="urn:microsoft.com/office/officeart/2018/2/layout/IconVerticalSolidList"/>
    <dgm:cxn modelId="{EA3FDFE5-FB02-4154-A91D-87E92F9077EC}" srcId="{A3C4ACDC-17D9-47C7-A543-3B7269D7C4D8}" destId="{13E9F0B3-3C88-4769-8A21-60CEC4473340}" srcOrd="4" destOrd="0" parTransId="{4AEB9154-37B1-4A5E-B934-CF347450B86E}" sibTransId="{FDC88D55-D58B-4760-9E3C-E2E1530712D9}"/>
    <dgm:cxn modelId="{864F8EF1-C1C5-49F6-BC94-1633C96D0EC9}" srcId="{A3C4ACDC-17D9-47C7-A543-3B7269D7C4D8}" destId="{6FB25F7D-9CD2-497A-8236-6FAAF829C0F7}" srcOrd="3" destOrd="0" parTransId="{657608C5-378B-42E2-BE06-3CF1C5675BDE}" sibTransId="{1E03D7F2-52DA-4D7B-B811-FB7FAE2F12BC}"/>
    <dgm:cxn modelId="{EE002AF9-B558-475C-B253-CFDADEE61D2E}" type="presOf" srcId="{55F87FE7-B32A-4051-8DC5-F441262B4B1D}" destId="{D1FEB5E4-9F99-4480-B769-7C9977B88D1B}" srcOrd="0" destOrd="0" presId="urn:microsoft.com/office/officeart/2018/2/layout/IconVerticalSolidList"/>
    <dgm:cxn modelId="{0A2C6495-2E16-4D12-8058-1866B7EE8F26}" type="presParOf" srcId="{034A75E2-E541-442E-A205-45232D36AAA3}" destId="{B077D6F2-0AE0-4F20-81BE-AE6BAD453AE3}" srcOrd="0" destOrd="0" presId="urn:microsoft.com/office/officeart/2018/2/layout/IconVerticalSolidList"/>
    <dgm:cxn modelId="{E9C2339A-9CC0-4B8C-80F4-2207CB492060}" type="presParOf" srcId="{B077D6F2-0AE0-4F20-81BE-AE6BAD453AE3}" destId="{A7E7AEB9-5F83-414F-8AB3-04FC15643240}" srcOrd="0" destOrd="0" presId="urn:microsoft.com/office/officeart/2018/2/layout/IconVerticalSolidList"/>
    <dgm:cxn modelId="{0AE04BB0-FD56-40C1-B9FA-54486384C1BC}" type="presParOf" srcId="{B077D6F2-0AE0-4F20-81BE-AE6BAD453AE3}" destId="{590B4C0E-3B38-4722-9167-F559CCBE519F}" srcOrd="1" destOrd="0" presId="urn:microsoft.com/office/officeart/2018/2/layout/IconVerticalSolidList"/>
    <dgm:cxn modelId="{1B1C1C4D-2AAD-45C5-AB6F-764BCC011EE0}" type="presParOf" srcId="{B077D6F2-0AE0-4F20-81BE-AE6BAD453AE3}" destId="{56FC1736-160C-4150-92C3-2EE4FF204F70}" srcOrd="2" destOrd="0" presId="urn:microsoft.com/office/officeart/2018/2/layout/IconVerticalSolidList"/>
    <dgm:cxn modelId="{C5FBF3F1-D2D7-4607-89CC-006A1A6C9081}" type="presParOf" srcId="{B077D6F2-0AE0-4F20-81BE-AE6BAD453AE3}" destId="{AB6F9992-44D3-4384-8811-7AB5CAF2D9CE}" srcOrd="3" destOrd="0" presId="urn:microsoft.com/office/officeart/2018/2/layout/IconVerticalSolidList"/>
    <dgm:cxn modelId="{71A6EEA4-40E0-4EAC-AB86-C9E17BBECE60}" type="presParOf" srcId="{034A75E2-E541-442E-A205-45232D36AAA3}" destId="{752DCFDE-D36C-42D8-9557-410FDC40172C}" srcOrd="1" destOrd="0" presId="urn:microsoft.com/office/officeart/2018/2/layout/IconVerticalSolidList"/>
    <dgm:cxn modelId="{75DF3CE5-B6CA-47F3-B752-E01C8EF52274}" type="presParOf" srcId="{034A75E2-E541-442E-A205-45232D36AAA3}" destId="{6C10A7F7-4634-4E1C-A0E1-7F4B4E8E7888}" srcOrd="2" destOrd="0" presId="urn:microsoft.com/office/officeart/2018/2/layout/IconVerticalSolidList"/>
    <dgm:cxn modelId="{09A814AD-9008-4A80-BBD3-608F6914A28A}" type="presParOf" srcId="{6C10A7F7-4634-4E1C-A0E1-7F4B4E8E7888}" destId="{74D4F5BC-650F-4A11-994A-AC8D1D6CAAAF}" srcOrd="0" destOrd="0" presId="urn:microsoft.com/office/officeart/2018/2/layout/IconVerticalSolidList"/>
    <dgm:cxn modelId="{1EEF1194-1012-4EDE-B628-639228103724}" type="presParOf" srcId="{6C10A7F7-4634-4E1C-A0E1-7F4B4E8E7888}" destId="{7FCBE76E-2F94-4714-9641-4848FAD10350}" srcOrd="1" destOrd="0" presId="urn:microsoft.com/office/officeart/2018/2/layout/IconVerticalSolidList"/>
    <dgm:cxn modelId="{CC40AF5D-5059-4707-A816-FF75E078B44D}" type="presParOf" srcId="{6C10A7F7-4634-4E1C-A0E1-7F4B4E8E7888}" destId="{8F8AC245-0A4E-4DDF-8DA7-8C5B8AA1EF7A}" srcOrd="2" destOrd="0" presId="urn:microsoft.com/office/officeart/2018/2/layout/IconVerticalSolidList"/>
    <dgm:cxn modelId="{48DF14AF-1A40-4EBE-8499-5065C57127BD}" type="presParOf" srcId="{6C10A7F7-4634-4E1C-A0E1-7F4B4E8E7888}" destId="{F48BA2A0-DAC5-4C09-9CDD-B749A1A72877}" srcOrd="3" destOrd="0" presId="urn:microsoft.com/office/officeart/2018/2/layout/IconVerticalSolidList"/>
    <dgm:cxn modelId="{404B0C4C-1D60-4EBF-B7A2-3345E357BAE4}" type="presParOf" srcId="{034A75E2-E541-442E-A205-45232D36AAA3}" destId="{233FC17C-052C-4679-A221-F61F3117947B}" srcOrd="3" destOrd="0" presId="urn:microsoft.com/office/officeart/2018/2/layout/IconVerticalSolidList"/>
    <dgm:cxn modelId="{84245F78-C360-4B14-A53A-BA80736F82B3}" type="presParOf" srcId="{034A75E2-E541-442E-A205-45232D36AAA3}" destId="{B9D0893C-A1CB-4124-BEA8-C0B3B7EAA486}" srcOrd="4" destOrd="0" presId="urn:microsoft.com/office/officeart/2018/2/layout/IconVerticalSolidList"/>
    <dgm:cxn modelId="{1E88D1F4-B94D-49D8-9149-CA04F80D4AFE}" type="presParOf" srcId="{B9D0893C-A1CB-4124-BEA8-C0B3B7EAA486}" destId="{9DAF022D-8F11-48EE-BCD2-87F2123C21F8}" srcOrd="0" destOrd="0" presId="urn:microsoft.com/office/officeart/2018/2/layout/IconVerticalSolidList"/>
    <dgm:cxn modelId="{A37CCD74-DC82-42DB-9E4B-3604B143B0E0}" type="presParOf" srcId="{B9D0893C-A1CB-4124-BEA8-C0B3B7EAA486}" destId="{B9C1F9CC-DA30-48D8-85DE-D234C6C7479D}" srcOrd="1" destOrd="0" presId="urn:microsoft.com/office/officeart/2018/2/layout/IconVerticalSolidList"/>
    <dgm:cxn modelId="{538B7B3E-7CCC-41EA-99D3-79719D10D17F}" type="presParOf" srcId="{B9D0893C-A1CB-4124-BEA8-C0B3B7EAA486}" destId="{55F6E753-07B3-4619-A114-DFCF4A233EA0}" srcOrd="2" destOrd="0" presId="urn:microsoft.com/office/officeart/2018/2/layout/IconVerticalSolidList"/>
    <dgm:cxn modelId="{37A12B03-252C-4988-9FB0-0DDF647FEAB7}" type="presParOf" srcId="{B9D0893C-A1CB-4124-BEA8-C0B3B7EAA486}" destId="{D1FEB5E4-9F99-4480-B769-7C9977B88D1B}" srcOrd="3" destOrd="0" presId="urn:microsoft.com/office/officeart/2018/2/layout/IconVerticalSolidList"/>
    <dgm:cxn modelId="{F9776640-20CE-4619-A4E2-3710F3DFA11C}" type="presParOf" srcId="{034A75E2-E541-442E-A205-45232D36AAA3}" destId="{1665DF1E-1165-4A65-BA3F-D20BA7DF83EC}" srcOrd="5" destOrd="0" presId="urn:microsoft.com/office/officeart/2018/2/layout/IconVerticalSolidList"/>
    <dgm:cxn modelId="{8834F256-7BFB-4C87-8E2D-7C37B5E16C8B}" type="presParOf" srcId="{034A75E2-E541-442E-A205-45232D36AAA3}" destId="{3059CDAC-1E35-4314-A333-B1AF719051E9}" srcOrd="6" destOrd="0" presId="urn:microsoft.com/office/officeart/2018/2/layout/IconVerticalSolidList"/>
    <dgm:cxn modelId="{332C7436-0C12-48E5-87E0-2DE3EA00B886}" type="presParOf" srcId="{3059CDAC-1E35-4314-A333-B1AF719051E9}" destId="{4FDDEE6C-1B3B-4234-BEA2-F7996DB88F66}" srcOrd="0" destOrd="0" presId="urn:microsoft.com/office/officeart/2018/2/layout/IconVerticalSolidList"/>
    <dgm:cxn modelId="{68C7FA3D-B867-47C8-84F7-323DB260E850}" type="presParOf" srcId="{3059CDAC-1E35-4314-A333-B1AF719051E9}" destId="{1B68BC25-DFAC-4AD8-9EDA-CCBA038E048C}" srcOrd="1" destOrd="0" presId="urn:microsoft.com/office/officeart/2018/2/layout/IconVerticalSolidList"/>
    <dgm:cxn modelId="{97F67EB0-116A-4F3C-BBCB-C22419B98E1A}" type="presParOf" srcId="{3059CDAC-1E35-4314-A333-B1AF719051E9}" destId="{E16968B4-FA71-4173-81F1-0D43B85C592B}" srcOrd="2" destOrd="0" presId="urn:microsoft.com/office/officeart/2018/2/layout/IconVerticalSolidList"/>
    <dgm:cxn modelId="{FA437B91-DAB8-44CC-9CD9-82968B322415}" type="presParOf" srcId="{3059CDAC-1E35-4314-A333-B1AF719051E9}" destId="{D17FF50E-7E05-42F6-8DEE-963B49A58B17}" srcOrd="3" destOrd="0" presId="urn:microsoft.com/office/officeart/2018/2/layout/IconVerticalSolidList"/>
    <dgm:cxn modelId="{03AF2EE0-C15F-4A26-B504-9D31BD9E4418}" type="presParOf" srcId="{034A75E2-E541-442E-A205-45232D36AAA3}" destId="{13A317A4-B99B-4283-AFAF-E3CEC0F8745B}" srcOrd="7" destOrd="0" presId="urn:microsoft.com/office/officeart/2018/2/layout/IconVerticalSolidList"/>
    <dgm:cxn modelId="{A74926A1-2F27-40D8-8EBB-6D4C58200556}" type="presParOf" srcId="{034A75E2-E541-442E-A205-45232D36AAA3}" destId="{FFA7588A-B783-4964-8E51-25B771EDE243}" srcOrd="8" destOrd="0" presId="urn:microsoft.com/office/officeart/2018/2/layout/IconVerticalSolidList"/>
    <dgm:cxn modelId="{1A6EF658-80D2-4BE1-A9D5-35291F13DAD2}" type="presParOf" srcId="{FFA7588A-B783-4964-8E51-25B771EDE243}" destId="{DE698596-50CA-41A1-8D25-64E7022567E5}" srcOrd="0" destOrd="0" presId="urn:microsoft.com/office/officeart/2018/2/layout/IconVerticalSolidList"/>
    <dgm:cxn modelId="{6B7D6A66-163A-4A41-96AD-B44DE540EC66}" type="presParOf" srcId="{FFA7588A-B783-4964-8E51-25B771EDE243}" destId="{9793AE9D-4D9A-4407-BBAE-A768BC437E00}" srcOrd="1" destOrd="0" presId="urn:microsoft.com/office/officeart/2018/2/layout/IconVerticalSolidList"/>
    <dgm:cxn modelId="{7AEFD006-32B2-4F39-9D25-DC54087C908B}" type="presParOf" srcId="{FFA7588A-B783-4964-8E51-25B771EDE243}" destId="{0FA2689C-74F1-44C3-BBA8-1F0E17259D79}" srcOrd="2" destOrd="0" presId="urn:microsoft.com/office/officeart/2018/2/layout/IconVerticalSolidList"/>
    <dgm:cxn modelId="{6D126B87-4690-4318-9803-536D7DA0119E}" type="presParOf" srcId="{FFA7588A-B783-4964-8E51-25B771EDE243}" destId="{CAD601E4-DB39-4E5D-9C33-F589A4724C0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622D3F2-5266-42C2-97C7-EB1D08A0E60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97FCA3F-63BC-4971-95B2-D724BCE117FD}">
      <dgm:prSet/>
      <dgm:spPr/>
      <dgm:t>
        <a:bodyPr/>
        <a:lstStyle/>
        <a:p>
          <a:r>
            <a:rPr lang="en-US"/>
            <a:t>Real time data monitoring.</a:t>
          </a:r>
        </a:p>
      </dgm:t>
    </dgm:pt>
    <dgm:pt modelId="{BB3C0DB4-4AB2-4C48-B310-165DAEEABCF1}" type="parTrans" cxnId="{0ACA55F2-B35D-4594-AD90-7D9EAC4457E3}">
      <dgm:prSet/>
      <dgm:spPr/>
      <dgm:t>
        <a:bodyPr/>
        <a:lstStyle/>
        <a:p>
          <a:endParaRPr lang="en-US"/>
        </a:p>
      </dgm:t>
    </dgm:pt>
    <dgm:pt modelId="{E8AE373F-93AE-47AF-A31E-872E2282C8C4}" type="sibTrans" cxnId="{0ACA55F2-B35D-4594-AD90-7D9EAC4457E3}">
      <dgm:prSet/>
      <dgm:spPr/>
      <dgm:t>
        <a:bodyPr/>
        <a:lstStyle/>
        <a:p>
          <a:endParaRPr lang="en-US"/>
        </a:p>
      </dgm:t>
    </dgm:pt>
    <dgm:pt modelId="{8EE33053-413A-4CE2-9488-7926BFD29F7B}">
      <dgm:prSet/>
      <dgm:spPr/>
      <dgm:t>
        <a:bodyPr/>
        <a:lstStyle/>
        <a:p>
          <a:r>
            <a:rPr lang="en-US"/>
            <a:t>Notification systems</a:t>
          </a:r>
        </a:p>
      </dgm:t>
    </dgm:pt>
    <dgm:pt modelId="{8EAC48B8-9BA7-41FF-A5F7-EB22C9251933}" type="parTrans" cxnId="{8688E116-F601-47FE-8DB3-00F575FBDC45}">
      <dgm:prSet/>
      <dgm:spPr/>
      <dgm:t>
        <a:bodyPr/>
        <a:lstStyle/>
        <a:p>
          <a:endParaRPr lang="en-US"/>
        </a:p>
      </dgm:t>
    </dgm:pt>
    <dgm:pt modelId="{F0A36AB8-41E1-4C6C-AC2F-FCF0789DDFE2}" type="sibTrans" cxnId="{8688E116-F601-47FE-8DB3-00F575FBDC45}">
      <dgm:prSet/>
      <dgm:spPr/>
      <dgm:t>
        <a:bodyPr/>
        <a:lstStyle/>
        <a:p>
          <a:endParaRPr lang="en-US"/>
        </a:p>
      </dgm:t>
    </dgm:pt>
    <dgm:pt modelId="{E82F39D8-19DC-472E-997E-46D8D3FF6D40}">
      <dgm:prSet/>
      <dgm:spPr/>
      <dgm:t>
        <a:bodyPr/>
        <a:lstStyle/>
        <a:p>
          <a:r>
            <a:rPr lang="en-US"/>
            <a:t>Distributed systems</a:t>
          </a:r>
        </a:p>
      </dgm:t>
    </dgm:pt>
    <dgm:pt modelId="{300C8FC0-527A-43AE-B049-F2DD3DFF7627}" type="parTrans" cxnId="{0B677097-B8C7-4355-AE54-BB0D8326781E}">
      <dgm:prSet/>
      <dgm:spPr/>
      <dgm:t>
        <a:bodyPr/>
        <a:lstStyle/>
        <a:p>
          <a:endParaRPr lang="en-US"/>
        </a:p>
      </dgm:t>
    </dgm:pt>
    <dgm:pt modelId="{E030FA76-EBD9-4898-82A1-C6D6FFC3F4D4}" type="sibTrans" cxnId="{0B677097-B8C7-4355-AE54-BB0D8326781E}">
      <dgm:prSet/>
      <dgm:spPr/>
      <dgm:t>
        <a:bodyPr/>
        <a:lstStyle/>
        <a:p>
          <a:endParaRPr lang="en-US"/>
        </a:p>
      </dgm:t>
    </dgm:pt>
    <dgm:pt modelId="{8C76EC99-B535-4290-AA39-AEDDFC479801}">
      <dgm:prSet/>
      <dgm:spPr/>
      <dgm:t>
        <a:bodyPr/>
        <a:lstStyle/>
        <a:p>
          <a:r>
            <a:rPr lang="en-US" dirty="0"/>
            <a:t>Games (MMO)</a:t>
          </a:r>
        </a:p>
      </dgm:t>
    </dgm:pt>
    <dgm:pt modelId="{BA703F30-8B2A-411D-B1BC-EC8FA60B8C1C}" type="parTrans" cxnId="{74AEBBAA-3C96-4ACC-9D1D-C8DF4DE2BCE4}">
      <dgm:prSet/>
      <dgm:spPr/>
      <dgm:t>
        <a:bodyPr/>
        <a:lstStyle/>
        <a:p>
          <a:endParaRPr lang="en-US"/>
        </a:p>
      </dgm:t>
    </dgm:pt>
    <dgm:pt modelId="{79FF5349-1FB8-44A2-A95E-7FAB35ECA2EF}" type="sibTrans" cxnId="{74AEBBAA-3C96-4ACC-9D1D-C8DF4DE2BCE4}">
      <dgm:prSet/>
      <dgm:spPr/>
      <dgm:t>
        <a:bodyPr/>
        <a:lstStyle/>
        <a:p>
          <a:endParaRPr lang="en-US"/>
        </a:p>
      </dgm:t>
    </dgm:pt>
    <dgm:pt modelId="{F8C838A2-E224-4235-B490-601D44279CCD}">
      <dgm:prSet/>
      <dgm:spPr/>
      <dgm:t>
        <a:bodyPr/>
        <a:lstStyle/>
        <a:p>
          <a:r>
            <a:rPr lang="en-US"/>
            <a:t>Logging</a:t>
          </a:r>
        </a:p>
      </dgm:t>
    </dgm:pt>
    <dgm:pt modelId="{A25AAE1E-6A24-4E00-8794-16CE1B828C5F}" type="parTrans" cxnId="{15377640-0225-4AE2-9713-7AF6B689F4A3}">
      <dgm:prSet/>
      <dgm:spPr/>
      <dgm:t>
        <a:bodyPr/>
        <a:lstStyle/>
        <a:p>
          <a:endParaRPr lang="en-US"/>
        </a:p>
      </dgm:t>
    </dgm:pt>
    <dgm:pt modelId="{2BBBD9D3-5823-4F6B-A093-43237D6B21D3}" type="sibTrans" cxnId="{15377640-0225-4AE2-9713-7AF6B689F4A3}">
      <dgm:prSet/>
      <dgm:spPr/>
      <dgm:t>
        <a:bodyPr/>
        <a:lstStyle/>
        <a:p>
          <a:endParaRPr lang="en-US"/>
        </a:p>
      </dgm:t>
    </dgm:pt>
    <dgm:pt modelId="{E67F435E-FBE6-4425-974B-D11D4DE5F14D}">
      <dgm:prSet/>
      <dgm:spPr/>
      <dgm:t>
        <a:bodyPr/>
        <a:lstStyle/>
        <a:p>
          <a:r>
            <a:rPr lang="en-US"/>
            <a:t>Auditing</a:t>
          </a:r>
        </a:p>
      </dgm:t>
    </dgm:pt>
    <dgm:pt modelId="{ADC3C3FB-C7A6-4B39-8167-8958052E3EB0}" type="parTrans" cxnId="{D3EF8C14-5E86-46D1-883C-8C563CE58511}">
      <dgm:prSet/>
      <dgm:spPr/>
      <dgm:t>
        <a:bodyPr/>
        <a:lstStyle/>
        <a:p>
          <a:endParaRPr lang="en-US"/>
        </a:p>
      </dgm:t>
    </dgm:pt>
    <dgm:pt modelId="{CB471CB6-DA2D-4EDF-ADE4-2417A6777476}" type="sibTrans" cxnId="{D3EF8C14-5E86-46D1-883C-8C563CE58511}">
      <dgm:prSet/>
      <dgm:spPr/>
      <dgm:t>
        <a:bodyPr/>
        <a:lstStyle/>
        <a:p>
          <a:endParaRPr lang="en-US"/>
        </a:p>
      </dgm:t>
    </dgm:pt>
    <dgm:pt modelId="{696D3726-94A7-4E43-98AE-CA621ED81F33}" type="pres">
      <dgm:prSet presAssocID="{D622D3F2-5266-42C2-97C7-EB1D08A0E601}" presName="root" presStyleCnt="0">
        <dgm:presLayoutVars>
          <dgm:dir/>
          <dgm:resizeHandles val="exact"/>
        </dgm:presLayoutVars>
      </dgm:prSet>
      <dgm:spPr/>
    </dgm:pt>
    <dgm:pt modelId="{0B189D96-4CE1-4673-9A05-24BCE508EDD9}" type="pres">
      <dgm:prSet presAssocID="{697FCA3F-63BC-4971-95B2-D724BCE117FD}" presName="compNode" presStyleCnt="0"/>
      <dgm:spPr/>
    </dgm:pt>
    <dgm:pt modelId="{E1807127-B386-4EBF-9FFB-577FA03C813D}" type="pres">
      <dgm:prSet presAssocID="{697FCA3F-63BC-4971-95B2-D724BCE117FD}" presName="bgRect" presStyleLbl="bgShp" presStyleIdx="0" presStyleCnt="6"/>
      <dgm:spPr/>
    </dgm:pt>
    <dgm:pt modelId="{8E9F0A3A-03B2-4F5C-AC22-73384C59BDA9}" type="pres">
      <dgm:prSet presAssocID="{697FCA3F-63BC-4971-95B2-D724BCE117F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440F6BAC-AA4A-4530-8D0B-02C014EC4DF0}" type="pres">
      <dgm:prSet presAssocID="{697FCA3F-63BC-4971-95B2-D724BCE117FD}" presName="spaceRect" presStyleCnt="0"/>
      <dgm:spPr/>
    </dgm:pt>
    <dgm:pt modelId="{FBCF6E64-944F-4F65-B222-8F768BFE7408}" type="pres">
      <dgm:prSet presAssocID="{697FCA3F-63BC-4971-95B2-D724BCE117FD}" presName="parTx" presStyleLbl="revTx" presStyleIdx="0" presStyleCnt="6">
        <dgm:presLayoutVars>
          <dgm:chMax val="0"/>
          <dgm:chPref val="0"/>
        </dgm:presLayoutVars>
      </dgm:prSet>
      <dgm:spPr/>
    </dgm:pt>
    <dgm:pt modelId="{125D7888-1EA1-4EEF-9A48-9E2CCE9648F2}" type="pres">
      <dgm:prSet presAssocID="{E8AE373F-93AE-47AF-A31E-872E2282C8C4}" presName="sibTrans" presStyleCnt="0"/>
      <dgm:spPr/>
    </dgm:pt>
    <dgm:pt modelId="{3123AF00-77E0-47B6-9629-8CB45A5402DE}" type="pres">
      <dgm:prSet presAssocID="{8EE33053-413A-4CE2-9488-7926BFD29F7B}" presName="compNode" presStyleCnt="0"/>
      <dgm:spPr/>
    </dgm:pt>
    <dgm:pt modelId="{BC098D89-C8C1-4F4C-877F-7D4B1C3D6AED}" type="pres">
      <dgm:prSet presAssocID="{8EE33053-413A-4CE2-9488-7926BFD29F7B}" presName="bgRect" presStyleLbl="bgShp" presStyleIdx="1" presStyleCnt="6"/>
      <dgm:spPr/>
    </dgm:pt>
    <dgm:pt modelId="{92199E41-7EBD-4C89-B2BC-8ABCF21A8F3B}" type="pres">
      <dgm:prSet presAssocID="{8EE33053-413A-4CE2-9488-7926BFD29F7B}"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ell"/>
        </a:ext>
      </dgm:extLst>
    </dgm:pt>
    <dgm:pt modelId="{98834047-0047-4884-9740-0EEB4839A6E2}" type="pres">
      <dgm:prSet presAssocID="{8EE33053-413A-4CE2-9488-7926BFD29F7B}" presName="spaceRect" presStyleCnt="0"/>
      <dgm:spPr/>
    </dgm:pt>
    <dgm:pt modelId="{69E8741E-84D3-4BA1-8D51-78179BD09A81}" type="pres">
      <dgm:prSet presAssocID="{8EE33053-413A-4CE2-9488-7926BFD29F7B}" presName="parTx" presStyleLbl="revTx" presStyleIdx="1" presStyleCnt="6">
        <dgm:presLayoutVars>
          <dgm:chMax val="0"/>
          <dgm:chPref val="0"/>
        </dgm:presLayoutVars>
      </dgm:prSet>
      <dgm:spPr/>
    </dgm:pt>
    <dgm:pt modelId="{9E231483-2BA5-4360-9AF3-BEAA2414014C}" type="pres">
      <dgm:prSet presAssocID="{F0A36AB8-41E1-4C6C-AC2F-FCF0789DDFE2}" presName="sibTrans" presStyleCnt="0"/>
      <dgm:spPr/>
    </dgm:pt>
    <dgm:pt modelId="{BD9D0DF6-CDB4-410B-9FC8-EAEBF8A28F62}" type="pres">
      <dgm:prSet presAssocID="{E82F39D8-19DC-472E-997E-46D8D3FF6D40}" presName="compNode" presStyleCnt="0"/>
      <dgm:spPr/>
    </dgm:pt>
    <dgm:pt modelId="{1D37DF44-BFA0-4EB0-8D7F-505C754D5667}" type="pres">
      <dgm:prSet presAssocID="{E82F39D8-19DC-472E-997E-46D8D3FF6D40}" presName="bgRect" presStyleLbl="bgShp" presStyleIdx="2" presStyleCnt="6"/>
      <dgm:spPr/>
    </dgm:pt>
    <dgm:pt modelId="{7171F643-44B1-4026-A19E-4920D7CEB618}" type="pres">
      <dgm:prSet presAssocID="{E82F39D8-19DC-472E-997E-46D8D3FF6D4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BCA61B2A-B66E-4883-B14A-F462BE6CAF5A}" type="pres">
      <dgm:prSet presAssocID="{E82F39D8-19DC-472E-997E-46D8D3FF6D40}" presName="spaceRect" presStyleCnt="0"/>
      <dgm:spPr/>
    </dgm:pt>
    <dgm:pt modelId="{34077580-54D8-4B7C-B458-9CB90713F2D0}" type="pres">
      <dgm:prSet presAssocID="{E82F39D8-19DC-472E-997E-46D8D3FF6D40}" presName="parTx" presStyleLbl="revTx" presStyleIdx="2" presStyleCnt="6">
        <dgm:presLayoutVars>
          <dgm:chMax val="0"/>
          <dgm:chPref val="0"/>
        </dgm:presLayoutVars>
      </dgm:prSet>
      <dgm:spPr/>
    </dgm:pt>
    <dgm:pt modelId="{CB8F785A-14CD-46D5-AEA1-8D908BE83F07}" type="pres">
      <dgm:prSet presAssocID="{E030FA76-EBD9-4898-82A1-C6D6FFC3F4D4}" presName="sibTrans" presStyleCnt="0"/>
      <dgm:spPr/>
    </dgm:pt>
    <dgm:pt modelId="{F62F0A43-1D95-434E-8E56-B1ABC94F0587}" type="pres">
      <dgm:prSet presAssocID="{8C76EC99-B535-4290-AA39-AEDDFC479801}" presName="compNode" presStyleCnt="0"/>
      <dgm:spPr/>
    </dgm:pt>
    <dgm:pt modelId="{B17248F1-7057-4FAA-B66B-E71CF6ACEFB9}" type="pres">
      <dgm:prSet presAssocID="{8C76EC99-B535-4290-AA39-AEDDFC479801}" presName="bgRect" presStyleLbl="bgShp" presStyleIdx="3" presStyleCnt="6"/>
      <dgm:spPr/>
    </dgm:pt>
    <dgm:pt modelId="{1521E0B0-6BBB-4A7A-9611-ED14AFF0C409}" type="pres">
      <dgm:prSet presAssocID="{8C76EC99-B535-4290-AA39-AEDDFC47980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sh"/>
        </a:ext>
      </dgm:extLst>
    </dgm:pt>
    <dgm:pt modelId="{2441094D-D9C9-4EBD-913B-52C9CBFB882F}" type="pres">
      <dgm:prSet presAssocID="{8C76EC99-B535-4290-AA39-AEDDFC479801}" presName="spaceRect" presStyleCnt="0"/>
      <dgm:spPr/>
    </dgm:pt>
    <dgm:pt modelId="{0D65F2DB-4B84-4785-9D84-25CA1AA4E8E9}" type="pres">
      <dgm:prSet presAssocID="{8C76EC99-B535-4290-AA39-AEDDFC479801}" presName="parTx" presStyleLbl="revTx" presStyleIdx="3" presStyleCnt="6">
        <dgm:presLayoutVars>
          <dgm:chMax val="0"/>
          <dgm:chPref val="0"/>
        </dgm:presLayoutVars>
      </dgm:prSet>
      <dgm:spPr/>
    </dgm:pt>
    <dgm:pt modelId="{C34A4455-3509-4F19-AA65-F95BA7656A01}" type="pres">
      <dgm:prSet presAssocID="{79FF5349-1FB8-44A2-A95E-7FAB35ECA2EF}" presName="sibTrans" presStyleCnt="0"/>
      <dgm:spPr/>
    </dgm:pt>
    <dgm:pt modelId="{3A6A3D3F-C1B5-4E98-93DF-6E539D7F710A}" type="pres">
      <dgm:prSet presAssocID="{F8C838A2-E224-4235-B490-601D44279CCD}" presName="compNode" presStyleCnt="0"/>
      <dgm:spPr/>
    </dgm:pt>
    <dgm:pt modelId="{0AA95D13-3FB0-421F-8F6D-30FAD0D25C94}" type="pres">
      <dgm:prSet presAssocID="{F8C838A2-E224-4235-B490-601D44279CCD}" presName="bgRect" presStyleLbl="bgShp" presStyleIdx="4" presStyleCnt="6"/>
      <dgm:spPr/>
    </dgm:pt>
    <dgm:pt modelId="{91720FFB-F726-48C2-8251-631ED9E59BB2}" type="pres">
      <dgm:prSet presAssocID="{F8C838A2-E224-4235-B490-601D44279CCD}"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ir tree"/>
        </a:ext>
      </dgm:extLst>
    </dgm:pt>
    <dgm:pt modelId="{39B0573D-A131-4794-B599-27A2B740BFD3}" type="pres">
      <dgm:prSet presAssocID="{F8C838A2-E224-4235-B490-601D44279CCD}" presName="spaceRect" presStyleCnt="0"/>
      <dgm:spPr/>
    </dgm:pt>
    <dgm:pt modelId="{F6F3B652-9FEA-48DB-8EF6-8B3D2B724F7C}" type="pres">
      <dgm:prSet presAssocID="{F8C838A2-E224-4235-B490-601D44279CCD}" presName="parTx" presStyleLbl="revTx" presStyleIdx="4" presStyleCnt="6">
        <dgm:presLayoutVars>
          <dgm:chMax val="0"/>
          <dgm:chPref val="0"/>
        </dgm:presLayoutVars>
      </dgm:prSet>
      <dgm:spPr/>
    </dgm:pt>
    <dgm:pt modelId="{F45B7F33-71E8-40FD-881E-649DDBB42989}" type="pres">
      <dgm:prSet presAssocID="{2BBBD9D3-5823-4F6B-A093-43237D6B21D3}" presName="sibTrans" presStyleCnt="0"/>
      <dgm:spPr/>
    </dgm:pt>
    <dgm:pt modelId="{D98D0712-11F2-4387-A12E-1B0247ABA665}" type="pres">
      <dgm:prSet presAssocID="{E67F435E-FBE6-4425-974B-D11D4DE5F14D}" presName="compNode" presStyleCnt="0"/>
      <dgm:spPr/>
    </dgm:pt>
    <dgm:pt modelId="{9BE9D8EC-360C-4437-9C98-5A6AF513E025}" type="pres">
      <dgm:prSet presAssocID="{E67F435E-FBE6-4425-974B-D11D4DE5F14D}" presName="bgRect" presStyleLbl="bgShp" presStyleIdx="5" presStyleCnt="6"/>
      <dgm:spPr/>
    </dgm:pt>
    <dgm:pt modelId="{D23F80BC-10EA-4F40-8FA6-F3BA879DD754}" type="pres">
      <dgm:prSet presAssocID="{E67F435E-FBE6-4425-974B-D11D4DE5F14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Magnifying glass"/>
        </a:ext>
      </dgm:extLst>
    </dgm:pt>
    <dgm:pt modelId="{D374B326-0E5E-4277-9078-B40E2C34256C}" type="pres">
      <dgm:prSet presAssocID="{E67F435E-FBE6-4425-974B-D11D4DE5F14D}" presName="spaceRect" presStyleCnt="0"/>
      <dgm:spPr/>
    </dgm:pt>
    <dgm:pt modelId="{AED338A1-3869-418B-BA82-563750B59DD3}" type="pres">
      <dgm:prSet presAssocID="{E67F435E-FBE6-4425-974B-D11D4DE5F14D}" presName="parTx" presStyleLbl="revTx" presStyleIdx="5" presStyleCnt="6">
        <dgm:presLayoutVars>
          <dgm:chMax val="0"/>
          <dgm:chPref val="0"/>
        </dgm:presLayoutVars>
      </dgm:prSet>
      <dgm:spPr/>
    </dgm:pt>
  </dgm:ptLst>
  <dgm:cxnLst>
    <dgm:cxn modelId="{D3EF8C14-5E86-46D1-883C-8C563CE58511}" srcId="{D622D3F2-5266-42C2-97C7-EB1D08A0E601}" destId="{E67F435E-FBE6-4425-974B-D11D4DE5F14D}" srcOrd="5" destOrd="0" parTransId="{ADC3C3FB-C7A6-4B39-8167-8958052E3EB0}" sibTransId="{CB471CB6-DA2D-4EDF-ADE4-2417A6777476}"/>
    <dgm:cxn modelId="{8688E116-F601-47FE-8DB3-00F575FBDC45}" srcId="{D622D3F2-5266-42C2-97C7-EB1D08A0E601}" destId="{8EE33053-413A-4CE2-9488-7926BFD29F7B}" srcOrd="1" destOrd="0" parTransId="{8EAC48B8-9BA7-41FF-A5F7-EB22C9251933}" sibTransId="{F0A36AB8-41E1-4C6C-AC2F-FCF0789DDFE2}"/>
    <dgm:cxn modelId="{CD31B618-103E-42BF-B235-D758EC98E3C5}" type="presOf" srcId="{E82F39D8-19DC-472E-997E-46D8D3FF6D40}" destId="{34077580-54D8-4B7C-B458-9CB90713F2D0}" srcOrd="0" destOrd="0" presId="urn:microsoft.com/office/officeart/2018/2/layout/IconVerticalSolidList"/>
    <dgm:cxn modelId="{1686701F-1CE2-4BD1-86D7-7395088B2FDB}" type="presOf" srcId="{8C76EC99-B535-4290-AA39-AEDDFC479801}" destId="{0D65F2DB-4B84-4785-9D84-25CA1AA4E8E9}" srcOrd="0" destOrd="0" presId="urn:microsoft.com/office/officeart/2018/2/layout/IconVerticalSolidList"/>
    <dgm:cxn modelId="{15F0752A-2C48-4B25-96CB-BD9403A2B233}" type="presOf" srcId="{D622D3F2-5266-42C2-97C7-EB1D08A0E601}" destId="{696D3726-94A7-4E43-98AE-CA621ED81F33}" srcOrd="0" destOrd="0" presId="urn:microsoft.com/office/officeart/2018/2/layout/IconVerticalSolidList"/>
    <dgm:cxn modelId="{15377640-0225-4AE2-9713-7AF6B689F4A3}" srcId="{D622D3F2-5266-42C2-97C7-EB1D08A0E601}" destId="{F8C838A2-E224-4235-B490-601D44279CCD}" srcOrd="4" destOrd="0" parTransId="{A25AAE1E-6A24-4E00-8794-16CE1B828C5F}" sibTransId="{2BBBD9D3-5823-4F6B-A093-43237D6B21D3}"/>
    <dgm:cxn modelId="{CB539165-5D8E-4BD9-AA0B-350D44DC0686}" type="presOf" srcId="{697FCA3F-63BC-4971-95B2-D724BCE117FD}" destId="{FBCF6E64-944F-4F65-B222-8F768BFE7408}" srcOrd="0" destOrd="0" presId="urn:microsoft.com/office/officeart/2018/2/layout/IconVerticalSolidList"/>
    <dgm:cxn modelId="{1167E96B-41AB-43EB-A475-D2A9EBBD9485}" type="presOf" srcId="{E67F435E-FBE6-4425-974B-D11D4DE5F14D}" destId="{AED338A1-3869-418B-BA82-563750B59DD3}" srcOrd="0" destOrd="0" presId="urn:microsoft.com/office/officeart/2018/2/layout/IconVerticalSolidList"/>
    <dgm:cxn modelId="{EAF1B96F-948E-4FCD-8EC2-BEA9808A2CC9}" type="presOf" srcId="{F8C838A2-E224-4235-B490-601D44279CCD}" destId="{F6F3B652-9FEA-48DB-8EF6-8B3D2B724F7C}" srcOrd="0" destOrd="0" presId="urn:microsoft.com/office/officeart/2018/2/layout/IconVerticalSolidList"/>
    <dgm:cxn modelId="{0B677097-B8C7-4355-AE54-BB0D8326781E}" srcId="{D622D3F2-5266-42C2-97C7-EB1D08A0E601}" destId="{E82F39D8-19DC-472E-997E-46D8D3FF6D40}" srcOrd="2" destOrd="0" parTransId="{300C8FC0-527A-43AE-B049-F2DD3DFF7627}" sibTransId="{E030FA76-EBD9-4898-82A1-C6D6FFC3F4D4}"/>
    <dgm:cxn modelId="{74AEBBAA-3C96-4ACC-9D1D-C8DF4DE2BCE4}" srcId="{D622D3F2-5266-42C2-97C7-EB1D08A0E601}" destId="{8C76EC99-B535-4290-AA39-AEDDFC479801}" srcOrd="3" destOrd="0" parTransId="{BA703F30-8B2A-411D-B1BC-EC8FA60B8C1C}" sibTransId="{79FF5349-1FB8-44A2-A95E-7FAB35ECA2EF}"/>
    <dgm:cxn modelId="{0069BBBA-D241-4BD8-BFF6-C46B4F4543DD}" type="presOf" srcId="{8EE33053-413A-4CE2-9488-7926BFD29F7B}" destId="{69E8741E-84D3-4BA1-8D51-78179BD09A81}" srcOrd="0" destOrd="0" presId="urn:microsoft.com/office/officeart/2018/2/layout/IconVerticalSolidList"/>
    <dgm:cxn modelId="{0ACA55F2-B35D-4594-AD90-7D9EAC4457E3}" srcId="{D622D3F2-5266-42C2-97C7-EB1D08A0E601}" destId="{697FCA3F-63BC-4971-95B2-D724BCE117FD}" srcOrd="0" destOrd="0" parTransId="{BB3C0DB4-4AB2-4C48-B310-165DAEEABCF1}" sibTransId="{E8AE373F-93AE-47AF-A31E-872E2282C8C4}"/>
    <dgm:cxn modelId="{A1C8B893-E047-4443-8C26-802A3BAC3BDB}" type="presParOf" srcId="{696D3726-94A7-4E43-98AE-CA621ED81F33}" destId="{0B189D96-4CE1-4673-9A05-24BCE508EDD9}" srcOrd="0" destOrd="0" presId="urn:microsoft.com/office/officeart/2018/2/layout/IconVerticalSolidList"/>
    <dgm:cxn modelId="{614D89F2-9A97-4E85-9343-D0800ECFA151}" type="presParOf" srcId="{0B189D96-4CE1-4673-9A05-24BCE508EDD9}" destId="{E1807127-B386-4EBF-9FFB-577FA03C813D}" srcOrd="0" destOrd="0" presId="urn:microsoft.com/office/officeart/2018/2/layout/IconVerticalSolidList"/>
    <dgm:cxn modelId="{A3227764-F1F4-4CE4-A508-2E8714EEA50C}" type="presParOf" srcId="{0B189D96-4CE1-4673-9A05-24BCE508EDD9}" destId="{8E9F0A3A-03B2-4F5C-AC22-73384C59BDA9}" srcOrd="1" destOrd="0" presId="urn:microsoft.com/office/officeart/2018/2/layout/IconVerticalSolidList"/>
    <dgm:cxn modelId="{29F4718E-BFDD-4258-835A-FD17565A0BC0}" type="presParOf" srcId="{0B189D96-4CE1-4673-9A05-24BCE508EDD9}" destId="{440F6BAC-AA4A-4530-8D0B-02C014EC4DF0}" srcOrd="2" destOrd="0" presId="urn:microsoft.com/office/officeart/2018/2/layout/IconVerticalSolidList"/>
    <dgm:cxn modelId="{D294E3A4-9605-40A6-AC23-A8EDA6176151}" type="presParOf" srcId="{0B189D96-4CE1-4673-9A05-24BCE508EDD9}" destId="{FBCF6E64-944F-4F65-B222-8F768BFE7408}" srcOrd="3" destOrd="0" presId="urn:microsoft.com/office/officeart/2018/2/layout/IconVerticalSolidList"/>
    <dgm:cxn modelId="{39AF76E7-F610-44B1-84D0-1F370EC05F11}" type="presParOf" srcId="{696D3726-94A7-4E43-98AE-CA621ED81F33}" destId="{125D7888-1EA1-4EEF-9A48-9E2CCE9648F2}" srcOrd="1" destOrd="0" presId="urn:microsoft.com/office/officeart/2018/2/layout/IconVerticalSolidList"/>
    <dgm:cxn modelId="{92737FD3-5765-450D-A13B-CDE133E3DEEB}" type="presParOf" srcId="{696D3726-94A7-4E43-98AE-CA621ED81F33}" destId="{3123AF00-77E0-47B6-9629-8CB45A5402DE}" srcOrd="2" destOrd="0" presId="urn:microsoft.com/office/officeart/2018/2/layout/IconVerticalSolidList"/>
    <dgm:cxn modelId="{81757ED6-02DF-4CC6-85E9-C0FA9AB583DE}" type="presParOf" srcId="{3123AF00-77E0-47B6-9629-8CB45A5402DE}" destId="{BC098D89-C8C1-4F4C-877F-7D4B1C3D6AED}" srcOrd="0" destOrd="0" presId="urn:microsoft.com/office/officeart/2018/2/layout/IconVerticalSolidList"/>
    <dgm:cxn modelId="{A04E4B4C-139B-493E-B106-788F6CE8B105}" type="presParOf" srcId="{3123AF00-77E0-47B6-9629-8CB45A5402DE}" destId="{92199E41-7EBD-4C89-B2BC-8ABCF21A8F3B}" srcOrd="1" destOrd="0" presId="urn:microsoft.com/office/officeart/2018/2/layout/IconVerticalSolidList"/>
    <dgm:cxn modelId="{D53C40A2-0DD3-405D-B157-7C734C0A1888}" type="presParOf" srcId="{3123AF00-77E0-47B6-9629-8CB45A5402DE}" destId="{98834047-0047-4884-9740-0EEB4839A6E2}" srcOrd="2" destOrd="0" presId="urn:microsoft.com/office/officeart/2018/2/layout/IconVerticalSolidList"/>
    <dgm:cxn modelId="{2D4EF481-1A88-4448-A1A3-885235D214BD}" type="presParOf" srcId="{3123AF00-77E0-47B6-9629-8CB45A5402DE}" destId="{69E8741E-84D3-4BA1-8D51-78179BD09A81}" srcOrd="3" destOrd="0" presId="urn:microsoft.com/office/officeart/2018/2/layout/IconVerticalSolidList"/>
    <dgm:cxn modelId="{10DA0330-32C0-4024-BB38-E75B061A4353}" type="presParOf" srcId="{696D3726-94A7-4E43-98AE-CA621ED81F33}" destId="{9E231483-2BA5-4360-9AF3-BEAA2414014C}" srcOrd="3" destOrd="0" presId="urn:microsoft.com/office/officeart/2018/2/layout/IconVerticalSolidList"/>
    <dgm:cxn modelId="{EB6CDEBB-4C68-47D5-8883-F571F3F0CE2F}" type="presParOf" srcId="{696D3726-94A7-4E43-98AE-CA621ED81F33}" destId="{BD9D0DF6-CDB4-410B-9FC8-EAEBF8A28F62}" srcOrd="4" destOrd="0" presId="urn:microsoft.com/office/officeart/2018/2/layout/IconVerticalSolidList"/>
    <dgm:cxn modelId="{DBB1F8B3-7073-449C-B8AD-8B82635D1288}" type="presParOf" srcId="{BD9D0DF6-CDB4-410B-9FC8-EAEBF8A28F62}" destId="{1D37DF44-BFA0-4EB0-8D7F-505C754D5667}" srcOrd="0" destOrd="0" presId="urn:microsoft.com/office/officeart/2018/2/layout/IconVerticalSolidList"/>
    <dgm:cxn modelId="{76B2000A-C0C2-4551-8735-9072B6AE5F2A}" type="presParOf" srcId="{BD9D0DF6-CDB4-410B-9FC8-EAEBF8A28F62}" destId="{7171F643-44B1-4026-A19E-4920D7CEB618}" srcOrd="1" destOrd="0" presId="urn:microsoft.com/office/officeart/2018/2/layout/IconVerticalSolidList"/>
    <dgm:cxn modelId="{E7FEEA88-F41E-46C8-96F1-151A94DF60A3}" type="presParOf" srcId="{BD9D0DF6-CDB4-410B-9FC8-EAEBF8A28F62}" destId="{BCA61B2A-B66E-4883-B14A-F462BE6CAF5A}" srcOrd="2" destOrd="0" presId="urn:microsoft.com/office/officeart/2018/2/layout/IconVerticalSolidList"/>
    <dgm:cxn modelId="{F9821A54-60ED-41EB-85DA-7B559F701AD6}" type="presParOf" srcId="{BD9D0DF6-CDB4-410B-9FC8-EAEBF8A28F62}" destId="{34077580-54D8-4B7C-B458-9CB90713F2D0}" srcOrd="3" destOrd="0" presId="urn:microsoft.com/office/officeart/2018/2/layout/IconVerticalSolidList"/>
    <dgm:cxn modelId="{4FAA6A21-59BD-4903-84E7-6252F6797F81}" type="presParOf" srcId="{696D3726-94A7-4E43-98AE-CA621ED81F33}" destId="{CB8F785A-14CD-46D5-AEA1-8D908BE83F07}" srcOrd="5" destOrd="0" presId="urn:microsoft.com/office/officeart/2018/2/layout/IconVerticalSolidList"/>
    <dgm:cxn modelId="{A2864109-BBB6-4AF4-85BB-57B758AB8833}" type="presParOf" srcId="{696D3726-94A7-4E43-98AE-CA621ED81F33}" destId="{F62F0A43-1D95-434E-8E56-B1ABC94F0587}" srcOrd="6" destOrd="0" presId="urn:microsoft.com/office/officeart/2018/2/layout/IconVerticalSolidList"/>
    <dgm:cxn modelId="{4176C11B-D9E3-4706-83A5-36785345DCA1}" type="presParOf" srcId="{F62F0A43-1D95-434E-8E56-B1ABC94F0587}" destId="{B17248F1-7057-4FAA-B66B-E71CF6ACEFB9}" srcOrd="0" destOrd="0" presId="urn:microsoft.com/office/officeart/2018/2/layout/IconVerticalSolidList"/>
    <dgm:cxn modelId="{69BBE251-296A-483E-9839-E64D7D6E6256}" type="presParOf" srcId="{F62F0A43-1D95-434E-8E56-B1ABC94F0587}" destId="{1521E0B0-6BBB-4A7A-9611-ED14AFF0C409}" srcOrd="1" destOrd="0" presId="urn:microsoft.com/office/officeart/2018/2/layout/IconVerticalSolidList"/>
    <dgm:cxn modelId="{2930463F-8B0C-4C55-B55C-82BF6326AFD5}" type="presParOf" srcId="{F62F0A43-1D95-434E-8E56-B1ABC94F0587}" destId="{2441094D-D9C9-4EBD-913B-52C9CBFB882F}" srcOrd="2" destOrd="0" presId="urn:microsoft.com/office/officeart/2018/2/layout/IconVerticalSolidList"/>
    <dgm:cxn modelId="{EDF51D01-629B-4A58-B3E6-DF19E0C558A1}" type="presParOf" srcId="{F62F0A43-1D95-434E-8E56-B1ABC94F0587}" destId="{0D65F2DB-4B84-4785-9D84-25CA1AA4E8E9}" srcOrd="3" destOrd="0" presId="urn:microsoft.com/office/officeart/2018/2/layout/IconVerticalSolidList"/>
    <dgm:cxn modelId="{CD98BCB7-2E0A-44EE-B452-1CC2CDC149D8}" type="presParOf" srcId="{696D3726-94A7-4E43-98AE-CA621ED81F33}" destId="{C34A4455-3509-4F19-AA65-F95BA7656A01}" srcOrd="7" destOrd="0" presId="urn:microsoft.com/office/officeart/2018/2/layout/IconVerticalSolidList"/>
    <dgm:cxn modelId="{27A886EE-291E-4475-BF7F-030B9DD33C75}" type="presParOf" srcId="{696D3726-94A7-4E43-98AE-CA621ED81F33}" destId="{3A6A3D3F-C1B5-4E98-93DF-6E539D7F710A}" srcOrd="8" destOrd="0" presId="urn:microsoft.com/office/officeart/2018/2/layout/IconVerticalSolidList"/>
    <dgm:cxn modelId="{BDA5E70F-353A-4CF6-A88C-ED4D049A4887}" type="presParOf" srcId="{3A6A3D3F-C1B5-4E98-93DF-6E539D7F710A}" destId="{0AA95D13-3FB0-421F-8F6D-30FAD0D25C94}" srcOrd="0" destOrd="0" presId="urn:microsoft.com/office/officeart/2018/2/layout/IconVerticalSolidList"/>
    <dgm:cxn modelId="{B2C53325-EA62-4316-8A59-35511D4666C3}" type="presParOf" srcId="{3A6A3D3F-C1B5-4E98-93DF-6E539D7F710A}" destId="{91720FFB-F726-48C2-8251-631ED9E59BB2}" srcOrd="1" destOrd="0" presId="urn:microsoft.com/office/officeart/2018/2/layout/IconVerticalSolidList"/>
    <dgm:cxn modelId="{80538099-5E2D-400E-B89B-28CC88026C40}" type="presParOf" srcId="{3A6A3D3F-C1B5-4E98-93DF-6E539D7F710A}" destId="{39B0573D-A131-4794-B599-27A2B740BFD3}" srcOrd="2" destOrd="0" presId="urn:microsoft.com/office/officeart/2018/2/layout/IconVerticalSolidList"/>
    <dgm:cxn modelId="{CE9F19D5-BDB8-4EFD-B327-9E6F3B26BB2E}" type="presParOf" srcId="{3A6A3D3F-C1B5-4E98-93DF-6E539D7F710A}" destId="{F6F3B652-9FEA-48DB-8EF6-8B3D2B724F7C}" srcOrd="3" destOrd="0" presId="urn:microsoft.com/office/officeart/2018/2/layout/IconVerticalSolidList"/>
    <dgm:cxn modelId="{9EAEA8DA-848E-45D0-9E50-BDA7B5D2B2BC}" type="presParOf" srcId="{696D3726-94A7-4E43-98AE-CA621ED81F33}" destId="{F45B7F33-71E8-40FD-881E-649DDBB42989}" srcOrd="9" destOrd="0" presId="urn:microsoft.com/office/officeart/2018/2/layout/IconVerticalSolidList"/>
    <dgm:cxn modelId="{958F7926-B0F2-4C01-B263-C67A1B1CBB8D}" type="presParOf" srcId="{696D3726-94A7-4E43-98AE-CA621ED81F33}" destId="{D98D0712-11F2-4387-A12E-1B0247ABA665}" srcOrd="10" destOrd="0" presId="urn:microsoft.com/office/officeart/2018/2/layout/IconVerticalSolidList"/>
    <dgm:cxn modelId="{45B51B18-00CA-438D-98A8-F0B11DD5403E}" type="presParOf" srcId="{D98D0712-11F2-4387-A12E-1B0247ABA665}" destId="{9BE9D8EC-360C-4437-9C98-5A6AF513E025}" srcOrd="0" destOrd="0" presId="urn:microsoft.com/office/officeart/2018/2/layout/IconVerticalSolidList"/>
    <dgm:cxn modelId="{EAB61A6A-3E9C-49AA-B095-B31F428BFE2E}" type="presParOf" srcId="{D98D0712-11F2-4387-A12E-1B0247ABA665}" destId="{D23F80BC-10EA-4F40-8FA6-F3BA879DD754}" srcOrd="1" destOrd="0" presId="urn:microsoft.com/office/officeart/2018/2/layout/IconVerticalSolidList"/>
    <dgm:cxn modelId="{78561045-A435-4A20-9800-AE061291BD88}" type="presParOf" srcId="{D98D0712-11F2-4387-A12E-1B0247ABA665}" destId="{D374B326-0E5E-4277-9078-B40E2C34256C}" srcOrd="2" destOrd="0" presId="urn:microsoft.com/office/officeart/2018/2/layout/IconVerticalSolidList"/>
    <dgm:cxn modelId="{58E1B4DD-A333-408A-9849-F3F5D8B701ED}" type="presParOf" srcId="{D98D0712-11F2-4387-A12E-1B0247ABA665}" destId="{AED338A1-3869-418B-BA82-563750B59DD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CEBB5FC-D54C-4735-B008-38C18503C731}"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E0055132-6BB9-4529-B75B-EB5350A7F321}">
      <dgm:prSet/>
      <dgm:spPr/>
      <dgm:t>
        <a:bodyPr/>
        <a:lstStyle/>
        <a:p>
          <a:r>
            <a:rPr lang="en-US"/>
            <a:t>Iterator Interface</a:t>
          </a:r>
        </a:p>
      </dgm:t>
    </dgm:pt>
    <dgm:pt modelId="{E25EE138-7A27-4820-8062-3585F03D0D10}" type="parTrans" cxnId="{05404450-8329-4E13-BC61-ACC176F1C6AF}">
      <dgm:prSet/>
      <dgm:spPr/>
      <dgm:t>
        <a:bodyPr/>
        <a:lstStyle/>
        <a:p>
          <a:endParaRPr lang="en-US"/>
        </a:p>
      </dgm:t>
    </dgm:pt>
    <dgm:pt modelId="{2D5DDD7D-7FF4-4C52-9852-CA01711BAEFE}" type="sibTrans" cxnId="{05404450-8329-4E13-BC61-ACC176F1C6AF}">
      <dgm:prSet/>
      <dgm:spPr/>
      <dgm:t>
        <a:bodyPr/>
        <a:lstStyle/>
        <a:p>
          <a:endParaRPr lang="en-US"/>
        </a:p>
      </dgm:t>
    </dgm:pt>
    <dgm:pt modelId="{65C3E2AF-09C4-4E1C-B47F-E9187AE42C4D}">
      <dgm:prSet/>
      <dgm:spPr/>
      <dgm:t>
        <a:bodyPr/>
        <a:lstStyle/>
        <a:p>
          <a:r>
            <a:rPr lang="en-US"/>
            <a:t>Concrete Iterator</a:t>
          </a:r>
        </a:p>
      </dgm:t>
    </dgm:pt>
    <dgm:pt modelId="{D4324A8C-B66D-4F34-8321-931D05E4A1A9}" type="parTrans" cxnId="{212F1D44-5E91-4A40-B269-8800FDA47278}">
      <dgm:prSet/>
      <dgm:spPr/>
      <dgm:t>
        <a:bodyPr/>
        <a:lstStyle/>
        <a:p>
          <a:endParaRPr lang="en-US"/>
        </a:p>
      </dgm:t>
    </dgm:pt>
    <dgm:pt modelId="{07DB5828-B15E-4F3F-B905-DD12C670BCF7}" type="sibTrans" cxnId="{212F1D44-5E91-4A40-B269-8800FDA47278}">
      <dgm:prSet/>
      <dgm:spPr/>
      <dgm:t>
        <a:bodyPr/>
        <a:lstStyle/>
        <a:p>
          <a:endParaRPr lang="en-US"/>
        </a:p>
      </dgm:t>
    </dgm:pt>
    <dgm:pt modelId="{BA0E08FF-D960-4D49-99B8-7D0C82A38D5F}">
      <dgm:prSet/>
      <dgm:spPr/>
      <dgm:t>
        <a:bodyPr/>
        <a:lstStyle/>
        <a:p>
          <a:r>
            <a:rPr lang="en-US"/>
            <a:t>Aggregate Interface</a:t>
          </a:r>
        </a:p>
      </dgm:t>
    </dgm:pt>
    <dgm:pt modelId="{43FED67A-4F3E-4218-B568-4B7398F7EF52}" type="parTrans" cxnId="{005323FF-0EA5-40F7-AB54-5D13579765D4}">
      <dgm:prSet/>
      <dgm:spPr/>
      <dgm:t>
        <a:bodyPr/>
        <a:lstStyle/>
        <a:p>
          <a:endParaRPr lang="en-US"/>
        </a:p>
      </dgm:t>
    </dgm:pt>
    <dgm:pt modelId="{5F7C9811-DBA6-4810-B6E3-8E4CB6DC3082}" type="sibTrans" cxnId="{005323FF-0EA5-40F7-AB54-5D13579765D4}">
      <dgm:prSet/>
      <dgm:spPr/>
      <dgm:t>
        <a:bodyPr/>
        <a:lstStyle/>
        <a:p>
          <a:endParaRPr lang="en-US"/>
        </a:p>
      </dgm:t>
    </dgm:pt>
    <dgm:pt modelId="{26B62651-CF25-4CAB-B390-4F74B7794410}">
      <dgm:prSet/>
      <dgm:spPr/>
      <dgm:t>
        <a:bodyPr/>
        <a:lstStyle/>
        <a:p>
          <a:r>
            <a:rPr lang="en-US"/>
            <a:t>Concrete Aggregate</a:t>
          </a:r>
        </a:p>
      </dgm:t>
    </dgm:pt>
    <dgm:pt modelId="{606D86F1-7322-4D87-8EC0-59E44CD9F979}" type="parTrans" cxnId="{F80A675F-F976-4011-B09F-AD844F7591EE}">
      <dgm:prSet/>
      <dgm:spPr/>
      <dgm:t>
        <a:bodyPr/>
        <a:lstStyle/>
        <a:p>
          <a:endParaRPr lang="en-US"/>
        </a:p>
      </dgm:t>
    </dgm:pt>
    <dgm:pt modelId="{4C8B5F91-D24E-4C7A-AEFC-34C412285F5D}" type="sibTrans" cxnId="{F80A675F-F976-4011-B09F-AD844F7591EE}">
      <dgm:prSet/>
      <dgm:spPr/>
      <dgm:t>
        <a:bodyPr/>
        <a:lstStyle/>
        <a:p>
          <a:endParaRPr lang="en-US"/>
        </a:p>
      </dgm:t>
    </dgm:pt>
    <dgm:pt modelId="{2B21925C-1204-4E20-9E2A-A0D143845EFF}" type="pres">
      <dgm:prSet presAssocID="{CCEBB5FC-D54C-4735-B008-38C18503C731}" presName="matrix" presStyleCnt="0">
        <dgm:presLayoutVars>
          <dgm:chMax val="1"/>
          <dgm:dir/>
          <dgm:resizeHandles val="exact"/>
        </dgm:presLayoutVars>
      </dgm:prSet>
      <dgm:spPr/>
    </dgm:pt>
    <dgm:pt modelId="{6435D295-C35C-4232-91B4-8C94FA6BACFD}" type="pres">
      <dgm:prSet presAssocID="{CCEBB5FC-D54C-4735-B008-38C18503C731}" presName="diamond" presStyleLbl="bgShp" presStyleIdx="0" presStyleCnt="1"/>
      <dgm:spPr/>
    </dgm:pt>
    <dgm:pt modelId="{262F2190-DB12-462D-84B5-E46606A9A3B2}" type="pres">
      <dgm:prSet presAssocID="{CCEBB5FC-D54C-4735-B008-38C18503C731}" presName="quad1" presStyleLbl="node1" presStyleIdx="0" presStyleCnt="4">
        <dgm:presLayoutVars>
          <dgm:chMax val="0"/>
          <dgm:chPref val="0"/>
          <dgm:bulletEnabled val="1"/>
        </dgm:presLayoutVars>
      </dgm:prSet>
      <dgm:spPr/>
    </dgm:pt>
    <dgm:pt modelId="{9986AD3C-E87F-4457-8376-B3B6379E889E}" type="pres">
      <dgm:prSet presAssocID="{CCEBB5FC-D54C-4735-B008-38C18503C731}" presName="quad2" presStyleLbl="node1" presStyleIdx="1" presStyleCnt="4">
        <dgm:presLayoutVars>
          <dgm:chMax val="0"/>
          <dgm:chPref val="0"/>
          <dgm:bulletEnabled val="1"/>
        </dgm:presLayoutVars>
      </dgm:prSet>
      <dgm:spPr/>
    </dgm:pt>
    <dgm:pt modelId="{38CC0681-38AA-457C-B48E-4B7E7B463E55}" type="pres">
      <dgm:prSet presAssocID="{CCEBB5FC-D54C-4735-B008-38C18503C731}" presName="quad3" presStyleLbl="node1" presStyleIdx="2" presStyleCnt="4">
        <dgm:presLayoutVars>
          <dgm:chMax val="0"/>
          <dgm:chPref val="0"/>
          <dgm:bulletEnabled val="1"/>
        </dgm:presLayoutVars>
      </dgm:prSet>
      <dgm:spPr/>
    </dgm:pt>
    <dgm:pt modelId="{71346C8B-FF47-4F4F-8B8C-F30BB228C924}" type="pres">
      <dgm:prSet presAssocID="{CCEBB5FC-D54C-4735-B008-38C18503C731}" presName="quad4" presStyleLbl="node1" presStyleIdx="3" presStyleCnt="4">
        <dgm:presLayoutVars>
          <dgm:chMax val="0"/>
          <dgm:chPref val="0"/>
          <dgm:bulletEnabled val="1"/>
        </dgm:presLayoutVars>
      </dgm:prSet>
      <dgm:spPr/>
    </dgm:pt>
  </dgm:ptLst>
  <dgm:cxnLst>
    <dgm:cxn modelId="{C5DE532C-6097-43A0-A3D9-0BA0B4971479}" type="presOf" srcId="{26B62651-CF25-4CAB-B390-4F74B7794410}" destId="{71346C8B-FF47-4F4F-8B8C-F30BB228C924}" srcOrd="0" destOrd="0" presId="urn:microsoft.com/office/officeart/2005/8/layout/matrix3"/>
    <dgm:cxn modelId="{56A7EB2C-B98B-4F89-AEB4-6BC5E317660E}" type="presOf" srcId="{E0055132-6BB9-4529-B75B-EB5350A7F321}" destId="{262F2190-DB12-462D-84B5-E46606A9A3B2}" srcOrd="0" destOrd="0" presId="urn:microsoft.com/office/officeart/2005/8/layout/matrix3"/>
    <dgm:cxn modelId="{F80A675F-F976-4011-B09F-AD844F7591EE}" srcId="{CCEBB5FC-D54C-4735-B008-38C18503C731}" destId="{26B62651-CF25-4CAB-B390-4F74B7794410}" srcOrd="3" destOrd="0" parTransId="{606D86F1-7322-4D87-8EC0-59E44CD9F979}" sibTransId="{4C8B5F91-D24E-4C7A-AEFC-34C412285F5D}"/>
    <dgm:cxn modelId="{2B803641-FF3C-42F9-9214-A18E0D14C7FF}" type="presOf" srcId="{BA0E08FF-D960-4D49-99B8-7D0C82A38D5F}" destId="{38CC0681-38AA-457C-B48E-4B7E7B463E55}" srcOrd="0" destOrd="0" presId="urn:microsoft.com/office/officeart/2005/8/layout/matrix3"/>
    <dgm:cxn modelId="{212F1D44-5E91-4A40-B269-8800FDA47278}" srcId="{CCEBB5FC-D54C-4735-B008-38C18503C731}" destId="{65C3E2AF-09C4-4E1C-B47F-E9187AE42C4D}" srcOrd="1" destOrd="0" parTransId="{D4324A8C-B66D-4F34-8321-931D05E4A1A9}" sibTransId="{07DB5828-B15E-4F3F-B905-DD12C670BCF7}"/>
    <dgm:cxn modelId="{05404450-8329-4E13-BC61-ACC176F1C6AF}" srcId="{CCEBB5FC-D54C-4735-B008-38C18503C731}" destId="{E0055132-6BB9-4529-B75B-EB5350A7F321}" srcOrd="0" destOrd="0" parTransId="{E25EE138-7A27-4820-8062-3585F03D0D10}" sibTransId="{2D5DDD7D-7FF4-4C52-9852-CA01711BAEFE}"/>
    <dgm:cxn modelId="{E00F01AB-8FA3-4709-970C-77EDD7267309}" type="presOf" srcId="{65C3E2AF-09C4-4E1C-B47F-E9187AE42C4D}" destId="{9986AD3C-E87F-4457-8376-B3B6379E889E}" srcOrd="0" destOrd="0" presId="urn:microsoft.com/office/officeart/2005/8/layout/matrix3"/>
    <dgm:cxn modelId="{C20438EF-6980-4028-855B-E03EEBDA6762}" type="presOf" srcId="{CCEBB5FC-D54C-4735-B008-38C18503C731}" destId="{2B21925C-1204-4E20-9E2A-A0D143845EFF}" srcOrd="0" destOrd="0" presId="urn:microsoft.com/office/officeart/2005/8/layout/matrix3"/>
    <dgm:cxn modelId="{005323FF-0EA5-40F7-AB54-5D13579765D4}" srcId="{CCEBB5FC-D54C-4735-B008-38C18503C731}" destId="{BA0E08FF-D960-4D49-99B8-7D0C82A38D5F}" srcOrd="2" destOrd="0" parTransId="{43FED67A-4F3E-4218-B568-4B7398F7EF52}" sibTransId="{5F7C9811-DBA6-4810-B6E3-8E4CB6DC3082}"/>
    <dgm:cxn modelId="{A441232E-FD2C-4E3E-9846-D86506DA092F}" type="presParOf" srcId="{2B21925C-1204-4E20-9E2A-A0D143845EFF}" destId="{6435D295-C35C-4232-91B4-8C94FA6BACFD}" srcOrd="0" destOrd="0" presId="urn:microsoft.com/office/officeart/2005/8/layout/matrix3"/>
    <dgm:cxn modelId="{419D0106-6746-4EB6-A1C8-FBA5EA3F2E54}" type="presParOf" srcId="{2B21925C-1204-4E20-9E2A-A0D143845EFF}" destId="{262F2190-DB12-462D-84B5-E46606A9A3B2}" srcOrd="1" destOrd="0" presId="urn:microsoft.com/office/officeart/2005/8/layout/matrix3"/>
    <dgm:cxn modelId="{DBC1FED2-9CAF-400E-B910-9013FDAD8518}" type="presParOf" srcId="{2B21925C-1204-4E20-9E2A-A0D143845EFF}" destId="{9986AD3C-E87F-4457-8376-B3B6379E889E}" srcOrd="2" destOrd="0" presId="urn:microsoft.com/office/officeart/2005/8/layout/matrix3"/>
    <dgm:cxn modelId="{F06F3A8A-5E71-4981-BAEC-9B63F8F6ED2C}" type="presParOf" srcId="{2B21925C-1204-4E20-9E2A-A0D143845EFF}" destId="{38CC0681-38AA-457C-B48E-4B7E7B463E55}" srcOrd="3" destOrd="0" presId="urn:microsoft.com/office/officeart/2005/8/layout/matrix3"/>
    <dgm:cxn modelId="{E47A914C-B548-44FB-A875-37AE1F7D4D19}" type="presParOf" srcId="{2B21925C-1204-4E20-9E2A-A0D143845EFF}" destId="{71346C8B-FF47-4F4F-8B8C-F30BB228C924}"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B3B2854-365E-4AF8-BCEA-432A248BBEE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33F284C-6033-4D72-8A62-099EF0CBD2D2}">
      <dgm:prSet/>
      <dgm:spPr/>
      <dgm:t>
        <a:bodyPr/>
        <a:lstStyle/>
        <a:p>
          <a:r>
            <a:rPr lang="en-US"/>
            <a:t>S. Separates Navigation from the actual collection</a:t>
          </a:r>
        </a:p>
      </dgm:t>
    </dgm:pt>
    <dgm:pt modelId="{D3324B8C-50A1-4846-A153-1ECE999138CC}" type="parTrans" cxnId="{662911F1-0939-4B7E-8AB7-CAE12F83737C}">
      <dgm:prSet/>
      <dgm:spPr/>
      <dgm:t>
        <a:bodyPr/>
        <a:lstStyle/>
        <a:p>
          <a:endParaRPr lang="en-US"/>
        </a:p>
      </dgm:t>
    </dgm:pt>
    <dgm:pt modelId="{922CFD01-D3C3-4379-9E30-18D543CB9786}" type="sibTrans" cxnId="{662911F1-0939-4B7E-8AB7-CAE12F83737C}">
      <dgm:prSet/>
      <dgm:spPr/>
      <dgm:t>
        <a:bodyPr/>
        <a:lstStyle/>
        <a:p>
          <a:endParaRPr lang="en-US"/>
        </a:p>
      </dgm:t>
    </dgm:pt>
    <dgm:pt modelId="{0768F7CA-2E63-4B76-9BA5-7C0F609396FF}">
      <dgm:prSet/>
      <dgm:spPr/>
      <dgm:t>
        <a:bodyPr/>
        <a:lstStyle/>
        <a:p>
          <a:r>
            <a:rPr lang="en-US"/>
            <a:t>O. You can change both collection and navigation logic independently.</a:t>
          </a:r>
        </a:p>
      </dgm:t>
    </dgm:pt>
    <dgm:pt modelId="{DC2CD9C1-E1A6-4027-B1AC-41037432AA97}" type="parTrans" cxnId="{52AE0776-7230-4206-8FD4-982C17FCDAFB}">
      <dgm:prSet/>
      <dgm:spPr/>
      <dgm:t>
        <a:bodyPr/>
        <a:lstStyle/>
        <a:p>
          <a:endParaRPr lang="en-US"/>
        </a:p>
      </dgm:t>
    </dgm:pt>
    <dgm:pt modelId="{6AFD350A-6989-4F05-8331-13B69DD94D5D}" type="sibTrans" cxnId="{52AE0776-7230-4206-8FD4-982C17FCDAFB}">
      <dgm:prSet/>
      <dgm:spPr/>
      <dgm:t>
        <a:bodyPr/>
        <a:lstStyle/>
        <a:p>
          <a:endParaRPr lang="en-US"/>
        </a:p>
      </dgm:t>
    </dgm:pt>
    <dgm:pt modelId="{011F8097-8471-48BC-9793-E895C227C03C}">
      <dgm:prSet/>
      <dgm:spPr/>
      <dgm:t>
        <a:bodyPr/>
        <a:lstStyle/>
        <a:p>
          <a:r>
            <a:rPr lang="en-US"/>
            <a:t>L. This is up to the developer but it does support using an interface encouraging this behavior.</a:t>
          </a:r>
        </a:p>
      </dgm:t>
    </dgm:pt>
    <dgm:pt modelId="{5493DB96-13D4-4F57-8FE6-6EB2E4904F77}" type="parTrans" cxnId="{806749BF-B05C-44A2-837B-2FBC400A2671}">
      <dgm:prSet/>
      <dgm:spPr/>
      <dgm:t>
        <a:bodyPr/>
        <a:lstStyle/>
        <a:p>
          <a:endParaRPr lang="en-US"/>
        </a:p>
      </dgm:t>
    </dgm:pt>
    <dgm:pt modelId="{9C29F95F-80CE-4FF7-A394-B08BA14136A1}" type="sibTrans" cxnId="{806749BF-B05C-44A2-837B-2FBC400A2671}">
      <dgm:prSet/>
      <dgm:spPr/>
      <dgm:t>
        <a:bodyPr/>
        <a:lstStyle/>
        <a:p>
          <a:endParaRPr lang="en-US"/>
        </a:p>
      </dgm:t>
    </dgm:pt>
    <dgm:pt modelId="{3206B5E0-F5AC-4875-8EF4-36D6B0714F6B}">
      <dgm:prSet/>
      <dgm:spPr/>
      <dgm:t>
        <a:bodyPr/>
        <a:lstStyle/>
        <a:p>
          <a:r>
            <a:rPr lang="en-US"/>
            <a:t>I. Focuses the traversal logic in a simple interface.</a:t>
          </a:r>
        </a:p>
      </dgm:t>
    </dgm:pt>
    <dgm:pt modelId="{A67FD1F0-828B-4B1F-A087-2C088D9BA801}" type="parTrans" cxnId="{5141CD41-4C6B-4DA2-B27D-A18B9917FC9A}">
      <dgm:prSet/>
      <dgm:spPr/>
      <dgm:t>
        <a:bodyPr/>
        <a:lstStyle/>
        <a:p>
          <a:endParaRPr lang="en-US"/>
        </a:p>
      </dgm:t>
    </dgm:pt>
    <dgm:pt modelId="{676704DE-2738-42D9-8A0F-32F5E3EB541F}" type="sibTrans" cxnId="{5141CD41-4C6B-4DA2-B27D-A18B9917FC9A}">
      <dgm:prSet/>
      <dgm:spPr/>
      <dgm:t>
        <a:bodyPr/>
        <a:lstStyle/>
        <a:p>
          <a:endParaRPr lang="en-US"/>
        </a:p>
      </dgm:t>
    </dgm:pt>
    <dgm:pt modelId="{A4D1F905-4D98-4E3E-A819-85F9B41CB8D7}">
      <dgm:prSet/>
      <dgm:spPr/>
      <dgm:t>
        <a:bodyPr/>
        <a:lstStyle/>
        <a:p>
          <a:r>
            <a:rPr lang="en-US"/>
            <a:t>D. Collection is separated from the traversal and does not depend on it.</a:t>
          </a:r>
        </a:p>
      </dgm:t>
    </dgm:pt>
    <dgm:pt modelId="{A8EAD51C-5264-487F-AC88-C1B65DAD8747}" type="parTrans" cxnId="{2A20B395-CBC5-4C31-A9ED-5D41556690AE}">
      <dgm:prSet/>
      <dgm:spPr/>
      <dgm:t>
        <a:bodyPr/>
        <a:lstStyle/>
        <a:p>
          <a:endParaRPr lang="en-US"/>
        </a:p>
      </dgm:t>
    </dgm:pt>
    <dgm:pt modelId="{10930E57-193A-4306-8D8D-3C191353A8D3}" type="sibTrans" cxnId="{2A20B395-CBC5-4C31-A9ED-5D41556690AE}">
      <dgm:prSet/>
      <dgm:spPr/>
      <dgm:t>
        <a:bodyPr/>
        <a:lstStyle/>
        <a:p>
          <a:endParaRPr lang="en-US"/>
        </a:p>
      </dgm:t>
    </dgm:pt>
    <dgm:pt modelId="{2BFAA244-0C01-441B-B541-27CFE85A911C}" type="pres">
      <dgm:prSet presAssocID="{6B3B2854-365E-4AF8-BCEA-432A248BBEE9}" presName="linear" presStyleCnt="0">
        <dgm:presLayoutVars>
          <dgm:animLvl val="lvl"/>
          <dgm:resizeHandles val="exact"/>
        </dgm:presLayoutVars>
      </dgm:prSet>
      <dgm:spPr/>
    </dgm:pt>
    <dgm:pt modelId="{10A2C034-9885-48CC-82E4-2A6C95AE4174}" type="pres">
      <dgm:prSet presAssocID="{A33F284C-6033-4D72-8A62-099EF0CBD2D2}" presName="parentText" presStyleLbl="node1" presStyleIdx="0" presStyleCnt="5">
        <dgm:presLayoutVars>
          <dgm:chMax val="0"/>
          <dgm:bulletEnabled val="1"/>
        </dgm:presLayoutVars>
      </dgm:prSet>
      <dgm:spPr/>
    </dgm:pt>
    <dgm:pt modelId="{5B4517E8-9588-4E25-8C93-EFC439626958}" type="pres">
      <dgm:prSet presAssocID="{922CFD01-D3C3-4379-9E30-18D543CB9786}" presName="spacer" presStyleCnt="0"/>
      <dgm:spPr/>
    </dgm:pt>
    <dgm:pt modelId="{5E50A373-278B-4060-808A-3047502E1FA6}" type="pres">
      <dgm:prSet presAssocID="{0768F7CA-2E63-4B76-9BA5-7C0F609396FF}" presName="parentText" presStyleLbl="node1" presStyleIdx="1" presStyleCnt="5">
        <dgm:presLayoutVars>
          <dgm:chMax val="0"/>
          <dgm:bulletEnabled val="1"/>
        </dgm:presLayoutVars>
      </dgm:prSet>
      <dgm:spPr/>
    </dgm:pt>
    <dgm:pt modelId="{8E65BF3E-7279-4538-B951-7C1AD217B5CF}" type="pres">
      <dgm:prSet presAssocID="{6AFD350A-6989-4F05-8331-13B69DD94D5D}" presName="spacer" presStyleCnt="0"/>
      <dgm:spPr/>
    </dgm:pt>
    <dgm:pt modelId="{AC96CC4E-E0E0-4594-A74B-75C587FE505F}" type="pres">
      <dgm:prSet presAssocID="{011F8097-8471-48BC-9793-E895C227C03C}" presName="parentText" presStyleLbl="node1" presStyleIdx="2" presStyleCnt="5">
        <dgm:presLayoutVars>
          <dgm:chMax val="0"/>
          <dgm:bulletEnabled val="1"/>
        </dgm:presLayoutVars>
      </dgm:prSet>
      <dgm:spPr/>
    </dgm:pt>
    <dgm:pt modelId="{CD2E4804-0663-47AC-AFF4-B339C61131A5}" type="pres">
      <dgm:prSet presAssocID="{9C29F95F-80CE-4FF7-A394-B08BA14136A1}" presName="spacer" presStyleCnt="0"/>
      <dgm:spPr/>
    </dgm:pt>
    <dgm:pt modelId="{BC5E5914-1B41-47BB-8C5E-51BA9D3D50FA}" type="pres">
      <dgm:prSet presAssocID="{3206B5E0-F5AC-4875-8EF4-36D6B0714F6B}" presName="parentText" presStyleLbl="node1" presStyleIdx="3" presStyleCnt="5">
        <dgm:presLayoutVars>
          <dgm:chMax val="0"/>
          <dgm:bulletEnabled val="1"/>
        </dgm:presLayoutVars>
      </dgm:prSet>
      <dgm:spPr/>
    </dgm:pt>
    <dgm:pt modelId="{1BDE797D-963B-4789-9DED-26D53F681061}" type="pres">
      <dgm:prSet presAssocID="{676704DE-2738-42D9-8A0F-32F5E3EB541F}" presName="spacer" presStyleCnt="0"/>
      <dgm:spPr/>
    </dgm:pt>
    <dgm:pt modelId="{52289C82-C698-41AE-A031-DFAF8AD3F6F9}" type="pres">
      <dgm:prSet presAssocID="{A4D1F905-4D98-4E3E-A819-85F9B41CB8D7}" presName="parentText" presStyleLbl="node1" presStyleIdx="4" presStyleCnt="5">
        <dgm:presLayoutVars>
          <dgm:chMax val="0"/>
          <dgm:bulletEnabled val="1"/>
        </dgm:presLayoutVars>
      </dgm:prSet>
      <dgm:spPr/>
    </dgm:pt>
  </dgm:ptLst>
  <dgm:cxnLst>
    <dgm:cxn modelId="{7A731C10-620F-4B2D-A16C-F51117201BC8}" type="presOf" srcId="{0768F7CA-2E63-4B76-9BA5-7C0F609396FF}" destId="{5E50A373-278B-4060-808A-3047502E1FA6}" srcOrd="0" destOrd="0" presId="urn:microsoft.com/office/officeart/2005/8/layout/vList2"/>
    <dgm:cxn modelId="{A720A415-A3D0-4924-8954-A7DCE66972FA}" type="presOf" srcId="{A4D1F905-4D98-4E3E-A819-85F9B41CB8D7}" destId="{52289C82-C698-41AE-A031-DFAF8AD3F6F9}" srcOrd="0" destOrd="0" presId="urn:microsoft.com/office/officeart/2005/8/layout/vList2"/>
    <dgm:cxn modelId="{5141CD41-4C6B-4DA2-B27D-A18B9917FC9A}" srcId="{6B3B2854-365E-4AF8-BCEA-432A248BBEE9}" destId="{3206B5E0-F5AC-4875-8EF4-36D6B0714F6B}" srcOrd="3" destOrd="0" parTransId="{A67FD1F0-828B-4B1F-A087-2C088D9BA801}" sibTransId="{676704DE-2738-42D9-8A0F-32F5E3EB541F}"/>
    <dgm:cxn modelId="{79548866-EA9D-4EC0-8134-70056A16E26A}" type="presOf" srcId="{A33F284C-6033-4D72-8A62-099EF0CBD2D2}" destId="{10A2C034-9885-48CC-82E4-2A6C95AE4174}" srcOrd="0" destOrd="0" presId="urn:microsoft.com/office/officeart/2005/8/layout/vList2"/>
    <dgm:cxn modelId="{52AE0776-7230-4206-8FD4-982C17FCDAFB}" srcId="{6B3B2854-365E-4AF8-BCEA-432A248BBEE9}" destId="{0768F7CA-2E63-4B76-9BA5-7C0F609396FF}" srcOrd="1" destOrd="0" parTransId="{DC2CD9C1-E1A6-4027-B1AC-41037432AA97}" sibTransId="{6AFD350A-6989-4F05-8331-13B69DD94D5D}"/>
    <dgm:cxn modelId="{146B907F-1A38-4824-B779-01B571751AAD}" type="presOf" srcId="{011F8097-8471-48BC-9793-E895C227C03C}" destId="{AC96CC4E-E0E0-4594-A74B-75C587FE505F}" srcOrd="0" destOrd="0" presId="urn:microsoft.com/office/officeart/2005/8/layout/vList2"/>
    <dgm:cxn modelId="{2A20B395-CBC5-4C31-A9ED-5D41556690AE}" srcId="{6B3B2854-365E-4AF8-BCEA-432A248BBEE9}" destId="{A4D1F905-4D98-4E3E-A819-85F9B41CB8D7}" srcOrd="4" destOrd="0" parTransId="{A8EAD51C-5264-487F-AC88-C1B65DAD8747}" sibTransId="{10930E57-193A-4306-8D8D-3C191353A8D3}"/>
    <dgm:cxn modelId="{806749BF-B05C-44A2-837B-2FBC400A2671}" srcId="{6B3B2854-365E-4AF8-BCEA-432A248BBEE9}" destId="{011F8097-8471-48BC-9793-E895C227C03C}" srcOrd="2" destOrd="0" parTransId="{5493DB96-13D4-4F57-8FE6-6EB2E4904F77}" sibTransId="{9C29F95F-80CE-4FF7-A394-B08BA14136A1}"/>
    <dgm:cxn modelId="{9F3396CD-6213-45C5-B286-A4344DF63378}" type="presOf" srcId="{3206B5E0-F5AC-4875-8EF4-36D6B0714F6B}" destId="{BC5E5914-1B41-47BB-8C5E-51BA9D3D50FA}" srcOrd="0" destOrd="0" presId="urn:microsoft.com/office/officeart/2005/8/layout/vList2"/>
    <dgm:cxn modelId="{AACB0DF0-91D4-4D23-8821-54CF47E336E8}" type="presOf" srcId="{6B3B2854-365E-4AF8-BCEA-432A248BBEE9}" destId="{2BFAA244-0C01-441B-B541-27CFE85A911C}" srcOrd="0" destOrd="0" presId="urn:microsoft.com/office/officeart/2005/8/layout/vList2"/>
    <dgm:cxn modelId="{662911F1-0939-4B7E-8AB7-CAE12F83737C}" srcId="{6B3B2854-365E-4AF8-BCEA-432A248BBEE9}" destId="{A33F284C-6033-4D72-8A62-099EF0CBD2D2}" srcOrd="0" destOrd="0" parTransId="{D3324B8C-50A1-4846-A153-1ECE999138CC}" sibTransId="{922CFD01-D3C3-4379-9E30-18D543CB9786}"/>
    <dgm:cxn modelId="{66FB63B5-130B-4E7C-82DC-1597432AC53C}" type="presParOf" srcId="{2BFAA244-0C01-441B-B541-27CFE85A911C}" destId="{10A2C034-9885-48CC-82E4-2A6C95AE4174}" srcOrd="0" destOrd="0" presId="urn:microsoft.com/office/officeart/2005/8/layout/vList2"/>
    <dgm:cxn modelId="{727CF980-D067-4D7C-B638-69F0DF9D3AFF}" type="presParOf" srcId="{2BFAA244-0C01-441B-B541-27CFE85A911C}" destId="{5B4517E8-9588-4E25-8C93-EFC439626958}" srcOrd="1" destOrd="0" presId="urn:microsoft.com/office/officeart/2005/8/layout/vList2"/>
    <dgm:cxn modelId="{89A23883-3B4A-4EAA-9044-F26C7C1C8449}" type="presParOf" srcId="{2BFAA244-0C01-441B-B541-27CFE85A911C}" destId="{5E50A373-278B-4060-808A-3047502E1FA6}" srcOrd="2" destOrd="0" presId="urn:microsoft.com/office/officeart/2005/8/layout/vList2"/>
    <dgm:cxn modelId="{25F88EEA-D838-4164-A193-BCD77B5DA884}" type="presParOf" srcId="{2BFAA244-0C01-441B-B541-27CFE85A911C}" destId="{8E65BF3E-7279-4538-B951-7C1AD217B5CF}" srcOrd="3" destOrd="0" presId="urn:microsoft.com/office/officeart/2005/8/layout/vList2"/>
    <dgm:cxn modelId="{26DA653C-BD3A-47EA-9043-213282D27A3B}" type="presParOf" srcId="{2BFAA244-0C01-441B-B541-27CFE85A911C}" destId="{AC96CC4E-E0E0-4594-A74B-75C587FE505F}" srcOrd="4" destOrd="0" presId="urn:microsoft.com/office/officeart/2005/8/layout/vList2"/>
    <dgm:cxn modelId="{2FB9CC22-5DB4-47AC-AE07-2F5FA63C300E}" type="presParOf" srcId="{2BFAA244-0C01-441B-B541-27CFE85A911C}" destId="{CD2E4804-0663-47AC-AFF4-B339C61131A5}" srcOrd="5" destOrd="0" presId="urn:microsoft.com/office/officeart/2005/8/layout/vList2"/>
    <dgm:cxn modelId="{66AF48A6-EDD9-4712-AABE-FEF6BCDCF624}" type="presParOf" srcId="{2BFAA244-0C01-441B-B541-27CFE85A911C}" destId="{BC5E5914-1B41-47BB-8C5E-51BA9D3D50FA}" srcOrd="6" destOrd="0" presId="urn:microsoft.com/office/officeart/2005/8/layout/vList2"/>
    <dgm:cxn modelId="{20FBDB87-ADBC-48B0-8F70-CCDD56AF2872}" type="presParOf" srcId="{2BFAA244-0C01-441B-B541-27CFE85A911C}" destId="{1BDE797D-963B-4789-9DED-26D53F681061}" srcOrd="7" destOrd="0" presId="urn:microsoft.com/office/officeart/2005/8/layout/vList2"/>
    <dgm:cxn modelId="{D8C6D939-9E76-4644-86A6-E41C784AF1CC}" type="presParOf" srcId="{2BFAA244-0C01-441B-B541-27CFE85A911C}" destId="{52289C82-C698-41AE-A031-DFAF8AD3F6F9}"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68F50-2169-42CE-BF7B-CE54A54109CA}">
      <dsp:nvSpPr>
        <dsp:cNvPr id="0" name=""/>
        <dsp:cNvSpPr/>
      </dsp:nvSpPr>
      <dsp:spPr>
        <a:xfrm>
          <a:off x="0" y="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5C6BDE-C0AA-4ED6-A8EB-7F78AE4B0E80}">
      <dsp:nvSpPr>
        <dsp:cNvPr id="0" name=""/>
        <dsp:cNvSpPr/>
      </dsp:nvSpPr>
      <dsp:spPr>
        <a:xfrm>
          <a:off x="0" y="0"/>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0" tIns="190500" rIns="190500" bIns="190500" numCol="1" spcCol="1270" anchor="t" anchorCtr="0">
          <a:noAutofit/>
        </a:bodyPr>
        <a:lstStyle/>
        <a:p>
          <a:pPr marL="0" lvl="0" indent="0" algn="l" defTabSz="2222500">
            <a:lnSpc>
              <a:spcPct val="90000"/>
            </a:lnSpc>
            <a:spcBef>
              <a:spcPct val="0"/>
            </a:spcBef>
            <a:spcAft>
              <a:spcPct val="35000"/>
            </a:spcAft>
            <a:buNone/>
          </a:pPr>
          <a:r>
            <a:rPr lang="en-US" sz="5000" kern="1200"/>
            <a:t>Presentation Layer</a:t>
          </a:r>
        </a:p>
      </dsp:txBody>
      <dsp:txXfrm>
        <a:off x="0" y="0"/>
        <a:ext cx="5886291" cy="1229302"/>
      </dsp:txXfrm>
    </dsp:sp>
    <dsp:sp modelId="{2AEF929F-18C1-44FA-9D50-58166273CA72}">
      <dsp:nvSpPr>
        <dsp:cNvPr id="0" name=""/>
        <dsp:cNvSpPr/>
      </dsp:nvSpPr>
      <dsp:spPr>
        <a:xfrm>
          <a:off x="0" y="1229302"/>
          <a:ext cx="588629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E81E91-5FAA-4E01-895B-D4BA2C69354D}">
      <dsp:nvSpPr>
        <dsp:cNvPr id="0" name=""/>
        <dsp:cNvSpPr/>
      </dsp:nvSpPr>
      <dsp:spPr>
        <a:xfrm>
          <a:off x="0" y="1229302"/>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0" tIns="190500" rIns="190500" bIns="190500" numCol="1" spcCol="1270" anchor="t" anchorCtr="0">
          <a:noAutofit/>
        </a:bodyPr>
        <a:lstStyle/>
        <a:p>
          <a:pPr marL="0" lvl="0" indent="0" algn="l" defTabSz="2222500">
            <a:lnSpc>
              <a:spcPct val="90000"/>
            </a:lnSpc>
            <a:spcBef>
              <a:spcPct val="0"/>
            </a:spcBef>
            <a:spcAft>
              <a:spcPct val="35000"/>
            </a:spcAft>
            <a:buNone/>
          </a:pPr>
          <a:r>
            <a:rPr lang="en-US" sz="5000" kern="1200"/>
            <a:t>Business Logic Layer</a:t>
          </a:r>
        </a:p>
      </dsp:txBody>
      <dsp:txXfrm>
        <a:off x="0" y="1229302"/>
        <a:ext cx="5886291" cy="1229302"/>
      </dsp:txXfrm>
    </dsp:sp>
    <dsp:sp modelId="{0C92256C-ABFA-4285-9D7E-F2CF453EC8C0}">
      <dsp:nvSpPr>
        <dsp:cNvPr id="0" name=""/>
        <dsp:cNvSpPr/>
      </dsp:nvSpPr>
      <dsp:spPr>
        <a:xfrm>
          <a:off x="0" y="2458605"/>
          <a:ext cx="5886291"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179E99-26C3-4915-8C2E-AEB21C80E35F}">
      <dsp:nvSpPr>
        <dsp:cNvPr id="0" name=""/>
        <dsp:cNvSpPr/>
      </dsp:nvSpPr>
      <dsp:spPr>
        <a:xfrm>
          <a:off x="0" y="2458605"/>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0" tIns="190500" rIns="190500" bIns="190500" numCol="1" spcCol="1270" anchor="t" anchorCtr="0">
          <a:noAutofit/>
        </a:bodyPr>
        <a:lstStyle/>
        <a:p>
          <a:pPr marL="0" lvl="0" indent="0" algn="l" defTabSz="2222500">
            <a:lnSpc>
              <a:spcPct val="90000"/>
            </a:lnSpc>
            <a:spcBef>
              <a:spcPct val="0"/>
            </a:spcBef>
            <a:spcAft>
              <a:spcPct val="35000"/>
            </a:spcAft>
            <a:buNone/>
          </a:pPr>
          <a:r>
            <a:rPr lang="en-US" sz="5000" kern="1200"/>
            <a:t>Data Access Layer</a:t>
          </a:r>
        </a:p>
      </dsp:txBody>
      <dsp:txXfrm>
        <a:off x="0" y="2458605"/>
        <a:ext cx="5886291" cy="1229302"/>
      </dsp:txXfrm>
    </dsp:sp>
    <dsp:sp modelId="{8EBCA7D8-5478-417C-B84C-2C484EF4B288}">
      <dsp:nvSpPr>
        <dsp:cNvPr id="0" name=""/>
        <dsp:cNvSpPr/>
      </dsp:nvSpPr>
      <dsp:spPr>
        <a:xfrm>
          <a:off x="0" y="3687908"/>
          <a:ext cx="5886291"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EFB4B1-916A-4929-97F9-C4C49D092BB5}">
      <dsp:nvSpPr>
        <dsp:cNvPr id="0" name=""/>
        <dsp:cNvSpPr/>
      </dsp:nvSpPr>
      <dsp:spPr>
        <a:xfrm>
          <a:off x="0" y="3687908"/>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0" tIns="190500" rIns="190500" bIns="190500" numCol="1" spcCol="1270" anchor="t" anchorCtr="0">
          <a:noAutofit/>
        </a:bodyPr>
        <a:lstStyle/>
        <a:p>
          <a:pPr marL="0" lvl="0" indent="0" algn="l" defTabSz="2222500">
            <a:lnSpc>
              <a:spcPct val="90000"/>
            </a:lnSpc>
            <a:spcBef>
              <a:spcPct val="0"/>
            </a:spcBef>
            <a:spcAft>
              <a:spcPct val="35000"/>
            </a:spcAft>
            <a:buNone/>
          </a:pPr>
          <a:r>
            <a:rPr lang="en-US" sz="5000" kern="1200"/>
            <a:t>Database Layer</a:t>
          </a:r>
        </a:p>
      </dsp:txBody>
      <dsp:txXfrm>
        <a:off x="0" y="3687908"/>
        <a:ext cx="5886291" cy="1229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7E33EB-3E36-4C6F-9ED8-5EF75FB01F82}">
      <dsp:nvSpPr>
        <dsp:cNvPr id="0" name=""/>
        <dsp:cNvSpPr/>
      </dsp:nvSpPr>
      <dsp:spPr>
        <a:xfrm>
          <a:off x="0" y="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4935F3-9649-40D2-8D93-06ADBC04C62B}">
      <dsp:nvSpPr>
        <dsp:cNvPr id="0" name=""/>
        <dsp:cNvSpPr/>
      </dsp:nvSpPr>
      <dsp:spPr>
        <a:xfrm>
          <a:off x="0" y="0"/>
          <a:ext cx="5886291" cy="2458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Model – View – Controller (MVC)</a:t>
          </a:r>
        </a:p>
      </dsp:txBody>
      <dsp:txXfrm>
        <a:off x="0" y="0"/>
        <a:ext cx="5886291" cy="2458605"/>
      </dsp:txXfrm>
    </dsp:sp>
    <dsp:sp modelId="{1B7471EC-CBB9-4934-9747-C679E77C1252}">
      <dsp:nvSpPr>
        <dsp:cNvPr id="0" name=""/>
        <dsp:cNvSpPr/>
      </dsp:nvSpPr>
      <dsp:spPr>
        <a:xfrm>
          <a:off x="0" y="2458605"/>
          <a:ext cx="588629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163F6C-D2BE-4471-B298-DE89F549A4C7}">
      <dsp:nvSpPr>
        <dsp:cNvPr id="0" name=""/>
        <dsp:cNvSpPr/>
      </dsp:nvSpPr>
      <dsp:spPr>
        <a:xfrm>
          <a:off x="0" y="2458605"/>
          <a:ext cx="5886291" cy="2458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Layered Architecture Pattern</a:t>
          </a:r>
        </a:p>
      </dsp:txBody>
      <dsp:txXfrm>
        <a:off x="0" y="2458605"/>
        <a:ext cx="5886291" cy="24586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9AD4A-013C-4C60-B932-0E917236C4B1}">
      <dsp:nvSpPr>
        <dsp:cNvPr id="0" name=""/>
        <dsp:cNvSpPr/>
      </dsp:nvSpPr>
      <dsp:spPr>
        <a:xfrm>
          <a:off x="0" y="60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E6CC42-2D49-4B46-ABBA-D85BCEF486B3}">
      <dsp:nvSpPr>
        <dsp:cNvPr id="0" name=""/>
        <dsp:cNvSpPr/>
      </dsp:nvSpPr>
      <dsp:spPr>
        <a:xfrm>
          <a:off x="0" y="600"/>
          <a:ext cx="5886291" cy="983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Application Layer</a:t>
          </a:r>
        </a:p>
      </dsp:txBody>
      <dsp:txXfrm>
        <a:off x="0" y="600"/>
        <a:ext cx="5886291" cy="983202"/>
      </dsp:txXfrm>
    </dsp:sp>
    <dsp:sp modelId="{06398220-8367-4CB1-881E-EEF9FF93AEBB}">
      <dsp:nvSpPr>
        <dsp:cNvPr id="0" name=""/>
        <dsp:cNvSpPr/>
      </dsp:nvSpPr>
      <dsp:spPr>
        <a:xfrm>
          <a:off x="0" y="983802"/>
          <a:ext cx="588629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3E3AD2-1116-45C5-9EF6-E43785B21670}">
      <dsp:nvSpPr>
        <dsp:cNvPr id="0" name=""/>
        <dsp:cNvSpPr/>
      </dsp:nvSpPr>
      <dsp:spPr>
        <a:xfrm>
          <a:off x="0" y="983802"/>
          <a:ext cx="5886291" cy="983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Transport Layer</a:t>
          </a:r>
        </a:p>
      </dsp:txBody>
      <dsp:txXfrm>
        <a:off x="0" y="983802"/>
        <a:ext cx="5886291" cy="983202"/>
      </dsp:txXfrm>
    </dsp:sp>
    <dsp:sp modelId="{97634C62-6354-42C4-AF54-9D7B89D6F093}">
      <dsp:nvSpPr>
        <dsp:cNvPr id="0" name=""/>
        <dsp:cNvSpPr/>
      </dsp:nvSpPr>
      <dsp:spPr>
        <a:xfrm>
          <a:off x="0" y="1967004"/>
          <a:ext cx="5886291"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14F79E-0358-4992-A0F6-26A5DE371531}">
      <dsp:nvSpPr>
        <dsp:cNvPr id="0" name=""/>
        <dsp:cNvSpPr/>
      </dsp:nvSpPr>
      <dsp:spPr>
        <a:xfrm>
          <a:off x="0" y="1967004"/>
          <a:ext cx="5886291" cy="983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Network Layer</a:t>
          </a:r>
        </a:p>
      </dsp:txBody>
      <dsp:txXfrm>
        <a:off x="0" y="1967004"/>
        <a:ext cx="5886291" cy="983202"/>
      </dsp:txXfrm>
    </dsp:sp>
    <dsp:sp modelId="{784110FE-EC35-4C5B-8A97-23E560E85629}">
      <dsp:nvSpPr>
        <dsp:cNvPr id="0" name=""/>
        <dsp:cNvSpPr/>
      </dsp:nvSpPr>
      <dsp:spPr>
        <a:xfrm>
          <a:off x="0" y="2950206"/>
          <a:ext cx="5886291"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3D1EC7-6FFB-43BC-AD7B-5A5B2C844C8E}">
      <dsp:nvSpPr>
        <dsp:cNvPr id="0" name=""/>
        <dsp:cNvSpPr/>
      </dsp:nvSpPr>
      <dsp:spPr>
        <a:xfrm>
          <a:off x="0" y="2950206"/>
          <a:ext cx="5886291" cy="983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Data Link Layer</a:t>
          </a:r>
        </a:p>
      </dsp:txBody>
      <dsp:txXfrm>
        <a:off x="0" y="2950206"/>
        <a:ext cx="5886291" cy="983202"/>
      </dsp:txXfrm>
    </dsp:sp>
    <dsp:sp modelId="{BF55EFF7-8188-4029-9B2F-26CB5F409847}">
      <dsp:nvSpPr>
        <dsp:cNvPr id="0" name=""/>
        <dsp:cNvSpPr/>
      </dsp:nvSpPr>
      <dsp:spPr>
        <a:xfrm>
          <a:off x="0" y="3933408"/>
          <a:ext cx="5886291"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5A9F34-F75A-429A-8C2D-91D93168327C}">
      <dsp:nvSpPr>
        <dsp:cNvPr id="0" name=""/>
        <dsp:cNvSpPr/>
      </dsp:nvSpPr>
      <dsp:spPr>
        <a:xfrm>
          <a:off x="0" y="3933408"/>
          <a:ext cx="5886291" cy="983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0" tIns="171450" rIns="171450" bIns="171450" numCol="1" spcCol="1270" anchor="t" anchorCtr="0">
          <a:noAutofit/>
        </a:bodyPr>
        <a:lstStyle/>
        <a:p>
          <a:pPr marL="0" lvl="0" indent="0" algn="l" defTabSz="2000250">
            <a:lnSpc>
              <a:spcPct val="90000"/>
            </a:lnSpc>
            <a:spcBef>
              <a:spcPct val="0"/>
            </a:spcBef>
            <a:spcAft>
              <a:spcPct val="35000"/>
            </a:spcAft>
            <a:buNone/>
          </a:pPr>
          <a:r>
            <a:rPr lang="en-US" sz="4500" kern="1200"/>
            <a:t>Physical Layer</a:t>
          </a:r>
        </a:p>
      </dsp:txBody>
      <dsp:txXfrm>
        <a:off x="0" y="3933408"/>
        <a:ext cx="5886291" cy="9832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1E7267-326C-4AB2-A756-B08A1E711E61}">
      <dsp:nvSpPr>
        <dsp:cNvPr id="0" name=""/>
        <dsp:cNvSpPr/>
      </dsp:nvSpPr>
      <dsp:spPr>
        <a:xfrm>
          <a:off x="0" y="240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039B15-25F2-4D71-84D9-4DEE318F5F4F}">
      <dsp:nvSpPr>
        <dsp:cNvPr id="0" name=""/>
        <dsp:cNvSpPr/>
      </dsp:nvSpPr>
      <dsp:spPr>
        <a:xfrm>
          <a:off x="0" y="240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User Space</a:t>
          </a:r>
        </a:p>
      </dsp:txBody>
      <dsp:txXfrm>
        <a:off x="0" y="2400"/>
        <a:ext cx="5886291" cy="1637469"/>
      </dsp:txXfrm>
    </dsp:sp>
    <dsp:sp modelId="{42FAE485-C8A4-4B7E-9805-6F55A1DF2778}">
      <dsp:nvSpPr>
        <dsp:cNvPr id="0" name=""/>
        <dsp:cNvSpPr/>
      </dsp:nvSpPr>
      <dsp:spPr>
        <a:xfrm>
          <a:off x="0" y="1639870"/>
          <a:ext cx="588629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3D859C-CDAF-424A-A76B-4C12BA0E5BB0}">
      <dsp:nvSpPr>
        <dsp:cNvPr id="0" name=""/>
        <dsp:cNvSpPr/>
      </dsp:nvSpPr>
      <dsp:spPr>
        <a:xfrm>
          <a:off x="0" y="163987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Kernal Space</a:t>
          </a:r>
        </a:p>
      </dsp:txBody>
      <dsp:txXfrm>
        <a:off x="0" y="1639870"/>
        <a:ext cx="5886291" cy="1637469"/>
      </dsp:txXfrm>
    </dsp:sp>
    <dsp:sp modelId="{FC799A61-EC30-4C42-9C70-1F25063D761A}">
      <dsp:nvSpPr>
        <dsp:cNvPr id="0" name=""/>
        <dsp:cNvSpPr/>
      </dsp:nvSpPr>
      <dsp:spPr>
        <a:xfrm>
          <a:off x="0" y="3277340"/>
          <a:ext cx="5886291"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B2294D-47FC-41ED-ADE3-D1C89385BDC4}">
      <dsp:nvSpPr>
        <dsp:cNvPr id="0" name=""/>
        <dsp:cNvSpPr/>
      </dsp:nvSpPr>
      <dsp:spPr>
        <a:xfrm>
          <a:off x="0" y="327734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Hardware Abstraction Layer</a:t>
          </a:r>
        </a:p>
      </dsp:txBody>
      <dsp:txXfrm>
        <a:off x="0" y="3277340"/>
        <a:ext cx="5886291" cy="16374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607689-8DDA-4B21-B7BD-8F9ECEDFDF17}">
      <dsp:nvSpPr>
        <dsp:cNvPr id="0" name=""/>
        <dsp:cNvSpPr/>
      </dsp:nvSpPr>
      <dsp:spPr>
        <a:xfrm>
          <a:off x="0" y="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02BACF-0127-41DB-AA87-EC1C061D08C6}">
      <dsp:nvSpPr>
        <dsp:cNvPr id="0" name=""/>
        <dsp:cNvSpPr/>
      </dsp:nvSpPr>
      <dsp:spPr>
        <a:xfrm>
          <a:off x="0" y="0"/>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Perimeter Security</a:t>
          </a:r>
        </a:p>
      </dsp:txBody>
      <dsp:txXfrm>
        <a:off x="0" y="0"/>
        <a:ext cx="5886291" cy="1229302"/>
      </dsp:txXfrm>
    </dsp:sp>
    <dsp:sp modelId="{B2E6BD2B-61FA-4655-B417-08FCA41C5B61}">
      <dsp:nvSpPr>
        <dsp:cNvPr id="0" name=""/>
        <dsp:cNvSpPr/>
      </dsp:nvSpPr>
      <dsp:spPr>
        <a:xfrm>
          <a:off x="0" y="1229302"/>
          <a:ext cx="588629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48C46B-9E75-40A5-973D-2BB52FE47E3D}">
      <dsp:nvSpPr>
        <dsp:cNvPr id="0" name=""/>
        <dsp:cNvSpPr/>
      </dsp:nvSpPr>
      <dsp:spPr>
        <a:xfrm>
          <a:off x="0" y="1229302"/>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Network Security</a:t>
          </a:r>
        </a:p>
      </dsp:txBody>
      <dsp:txXfrm>
        <a:off x="0" y="1229302"/>
        <a:ext cx="5886291" cy="1229302"/>
      </dsp:txXfrm>
    </dsp:sp>
    <dsp:sp modelId="{77592390-0D9A-4AAC-92F6-70085D5DBEF7}">
      <dsp:nvSpPr>
        <dsp:cNvPr id="0" name=""/>
        <dsp:cNvSpPr/>
      </dsp:nvSpPr>
      <dsp:spPr>
        <a:xfrm>
          <a:off x="0" y="2458605"/>
          <a:ext cx="5886291"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670C58-0E65-4215-B4F5-D05659BEEDE4}">
      <dsp:nvSpPr>
        <dsp:cNvPr id="0" name=""/>
        <dsp:cNvSpPr/>
      </dsp:nvSpPr>
      <dsp:spPr>
        <a:xfrm>
          <a:off x="0" y="2458605"/>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Application Security</a:t>
          </a:r>
        </a:p>
      </dsp:txBody>
      <dsp:txXfrm>
        <a:off x="0" y="2458605"/>
        <a:ext cx="5886291" cy="1229302"/>
      </dsp:txXfrm>
    </dsp:sp>
    <dsp:sp modelId="{14F5C573-0AD9-4F96-91B8-DD1F03808CAC}">
      <dsp:nvSpPr>
        <dsp:cNvPr id="0" name=""/>
        <dsp:cNvSpPr/>
      </dsp:nvSpPr>
      <dsp:spPr>
        <a:xfrm>
          <a:off x="0" y="3687908"/>
          <a:ext cx="5886291"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876264-8CFD-4C71-983F-410CA4F81FC2}">
      <dsp:nvSpPr>
        <dsp:cNvPr id="0" name=""/>
        <dsp:cNvSpPr/>
      </dsp:nvSpPr>
      <dsp:spPr>
        <a:xfrm>
          <a:off x="0" y="3687908"/>
          <a:ext cx="5886291" cy="12293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Data Security</a:t>
          </a:r>
        </a:p>
      </dsp:txBody>
      <dsp:txXfrm>
        <a:off x="0" y="3687908"/>
        <a:ext cx="5886291" cy="12293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78AF0A-2776-47E3-9490-CDDAD950AF01}">
      <dsp:nvSpPr>
        <dsp:cNvPr id="0" name=""/>
        <dsp:cNvSpPr/>
      </dsp:nvSpPr>
      <dsp:spPr>
        <a:xfrm>
          <a:off x="0" y="240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CCA405-DADF-43FC-8283-2CC1C6701BA9}">
      <dsp:nvSpPr>
        <dsp:cNvPr id="0" name=""/>
        <dsp:cNvSpPr/>
      </dsp:nvSpPr>
      <dsp:spPr>
        <a:xfrm>
          <a:off x="0" y="2400"/>
          <a:ext cx="5886291" cy="818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Requirement Analysis</a:t>
          </a:r>
        </a:p>
      </dsp:txBody>
      <dsp:txXfrm>
        <a:off x="0" y="2400"/>
        <a:ext cx="5886291" cy="818734"/>
      </dsp:txXfrm>
    </dsp:sp>
    <dsp:sp modelId="{1CD90F60-16AB-41F0-AFEA-09766E586885}">
      <dsp:nvSpPr>
        <dsp:cNvPr id="0" name=""/>
        <dsp:cNvSpPr/>
      </dsp:nvSpPr>
      <dsp:spPr>
        <a:xfrm>
          <a:off x="0" y="821135"/>
          <a:ext cx="588629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DA391A-0E1C-454E-BBD4-DA152E310610}">
      <dsp:nvSpPr>
        <dsp:cNvPr id="0" name=""/>
        <dsp:cNvSpPr/>
      </dsp:nvSpPr>
      <dsp:spPr>
        <a:xfrm>
          <a:off x="0" y="821135"/>
          <a:ext cx="5886291" cy="818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Design</a:t>
          </a:r>
        </a:p>
      </dsp:txBody>
      <dsp:txXfrm>
        <a:off x="0" y="821135"/>
        <a:ext cx="5886291" cy="818734"/>
      </dsp:txXfrm>
    </dsp:sp>
    <dsp:sp modelId="{02E2F717-713A-4C9C-85EF-12400E120052}">
      <dsp:nvSpPr>
        <dsp:cNvPr id="0" name=""/>
        <dsp:cNvSpPr/>
      </dsp:nvSpPr>
      <dsp:spPr>
        <a:xfrm>
          <a:off x="0" y="1639870"/>
          <a:ext cx="5886291"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FEF4D5-3F22-4C02-951E-7BFBA9997734}">
      <dsp:nvSpPr>
        <dsp:cNvPr id="0" name=""/>
        <dsp:cNvSpPr/>
      </dsp:nvSpPr>
      <dsp:spPr>
        <a:xfrm>
          <a:off x="0" y="1639870"/>
          <a:ext cx="5886291" cy="818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Implementation</a:t>
          </a:r>
        </a:p>
      </dsp:txBody>
      <dsp:txXfrm>
        <a:off x="0" y="1639870"/>
        <a:ext cx="5886291" cy="818734"/>
      </dsp:txXfrm>
    </dsp:sp>
    <dsp:sp modelId="{012465FA-A55C-4180-A425-A771C41C6FA0}">
      <dsp:nvSpPr>
        <dsp:cNvPr id="0" name=""/>
        <dsp:cNvSpPr/>
      </dsp:nvSpPr>
      <dsp:spPr>
        <a:xfrm>
          <a:off x="0" y="2458605"/>
          <a:ext cx="5886291"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340EF1-ED80-4061-9EA8-257D67D68925}">
      <dsp:nvSpPr>
        <dsp:cNvPr id="0" name=""/>
        <dsp:cNvSpPr/>
      </dsp:nvSpPr>
      <dsp:spPr>
        <a:xfrm>
          <a:off x="0" y="2458605"/>
          <a:ext cx="5886291" cy="818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Testing</a:t>
          </a:r>
        </a:p>
      </dsp:txBody>
      <dsp:txXfrm>
        <a:off x="0" y="2458605"/>
        <a:ext cx="5886291" cy="818734"/>
      </dsp:txXfrm>
    </dsp:sp>
    <dsp:sp modelId="{86D0D951-5659-42A3-BD99-E0BAEB0F94E4}">
      <dsp:nvSpPr>
        <dsp:cNvPr id="0" name=""/>
        <dsp:cNvSpPr/>
      </dsp:nvSpPr>
      <dsp:spPr>
        <a:xfrm>
          <a:off x="0" y="3277340"/>
          <a:ext cx="5886291"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BC83EE-91FC-4A13-AACE-776A3CA8771B}">
      <dsp:nvSpPr>
        <dsp:cNvPr id="0" name=""/>
        <dsp:cNvSpPr/>
      </dsp:nvSpPr>
      <dsp:spPr>
        <a:xfrm>
          <a:off x="0" y="3277340"/>
          <a:ext cx="5886291" cy="818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Deployment</a:t>
          </a:r>
        </a:p>
      </dsp:txBody>
      <dsp:txXfrm>
        <a:off x="0" y="3277340"/>
        <a:ext cx="5886291" cy="818734"/>
      </dsp:txXfrm>
    </dsp:sp>
    <dsp:sp modelId="{9EF45C70-97AB-4A6C-B63D-3EB9007022BD}">
      <dsp:nvSpPr>
        <dsp:cNvPr id="0" name=""/>
        <dsp:cNvSpPr/>
      </dsp:nvSpPr>
      <dsp:spPr>
        <a:xfrm>
          <a:off x="0" y="4096075"/>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1E49E4-8458-4CD2-B4DF-A1BC4849DFDB}">
      <dsp:nvSpPr>
        <dsp:cNvPr id="0" name=""/>
        <dsp:cNvSpPr/>
      </dsp:nvSpPr>
      <dsp:spPr>
        <a:xfrm>
          <a:off x="0" y="4096075"/>
          <a:ext cx="5886291" cy="818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a:t>Maintenance</a:t>
          </a:r>
        </a:p>
      </dsp:txBody>
      <dsp:txXfrm>
        <a:off x="0" y="4096075"/>
        <a:ext cx="5886291" cy="818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AB246-DE68-44F9-8ED4-7C025AC57F66}">
      <dsp:nvSpPr>
        <dsp:cNvPr id="0" name=""/>
        <dsp:cNvSpPr/>
      </dsp:nvSpPr>
      <dsp:spPr>
        <a:xfrm>
          <a:off x="0" y="240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859E53-6D04-42B6-B06B-DF6489003000}">
      <dsp:nvSpPr>
        <dsp:cNvPr id="0" name=""/>
        <dsp:cNvSpPr/>
      </dsp:nvSpPr>
      <dsp:spPr>
        <a:xfrm>
          <a:off x="0" y="240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t>Hypervisor</a:t>
          </a:r>
        </a:p>
      </dsp:txBody>
      <dsp:txXfrm>
        <a:off x="0" y="2400"/>
        <a:ext cx="5886291" cy="1637469"/>
      </dsp:txXfrm>
    </dsp:sp>
    <dsp:sp modelId="{8E239B6B-61BF-47FE-BCFB-0CFDBAA417DC}">
      <dsp:nvSpPr>
        <dsp:cNvPr id="0" name=""/>
        <dsp:cNvSpPr/>
      </dsp:nvSpPr>
      <dsp:spPr>
        <a:xfrm>
          <a:off x="0" y="1639870"/>
          <a:ext cx="5886291" cy="0"/>
        </a:xfrm>
        <a:prstGeom prst="line">
          <a:avLst/>
        </a:prstGeom>
        <a:solidFill>
          <a:schemeClr val="accent2">
            <a:hueOff val="1799994"/>
            <a:satOff val="-925"/>
            <a:lumOff val="-2353"/>
            <a:alphaOff val="0"/>
          </a:schemeClr>
        </a:solidFill>
        <a:ln w="19050" cap="flat" cmpd="sng" algn="ctr">
          <a:solidFill>
            <a:schemeClr val="accent2">
              <a:hueOff val="1799994"/>
              <a:satOff val="-92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617FDA-B445-4F2B-B4FF-3DC52592F76F}">
      <dsp:nvSpPr>
        <dsp:cNvPr id="0" name=""/>
        <dsp:cNvSpPr/>
      </dsp:nvSpPr>
      <dsp:spPr>
        <a:xfrm>
          <a:off x="0" y="163987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t>Guest OS Layer</a:t>
          </a:r>
        </a:p>
      </dsp:txBody>
      <dsp:txXfrm>
        <a:off x="0" y="1639870"/>
        <a:ext cx="5886291" cy="1637469"/>
      </dsp:txXfrm>
    </dsp:sp>
    <dsp:sp modelId="{9C5E510D-06EB-421A-86E9-98A9806AEC29}">
      <dsp:nvSpPr>
        <dsp:cNvPr id="0" name=""/>
        <dsp:cNvSpPr/>
      </dsp:nvSpPr>
      <dsp:spPr>
        <a:xfrm>
          <a:off x="0" y="3277340"/>
          <a:ext cx="5886291" cy="0"/>
        </a:xfrm>
        <a:prstGeom prst="line">
          <a:avLst/>
        </a:prstGeom>
        <a:solidFill>
          <a:schemeClr val="accent2">
            <a:hueOff val="3599988"/>
            <a:satOff val="-1850"/>
            <a:lumOff val="-4706"/>
            <a:alphaOff val="0"/>
          </a:schemeClr>
        </a:solidFill>
        <a:ln w="19050" cap="flat" cmpd="sng" algn="ctr">
          <a:solidFill>
            <a:schemeClr val="accent2">
              <a:hueOff val="3599988"/>
              <a:satOff val="-1850"/>
              <a:lumOff val="-470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475EA1-CB30-4383-9E69-50C85DE31ACB}">
      <dsp:nvSpPr>
        <dsp:cNvPr id="0" name=""/>
        <dsp:cNvSpPr/>
      </dsp:nvSpPr>
      <dsp:spPr>
        <a:xfrm>
          <a:off x="0" y="327734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0" tIns="228600" rIns="228600" bIns="228600" numCol="1" spcCol="1270" anchor="t" anchorCtr="0">
          <a:noAutofit/>
        </a:bodyPr>
        <a:lstStyle/>
        <a:p>
          <a:pPr marL="0" lvl="0" indent="0" algn="l" defTabSz="2667000">
            <a:lnSpc>
              <a:spcPct val="90000"/>
            </a:lnSpc>
            <a:spcBef>
              <a:spcPct val="0"/>
            </a:spcBef>
            <a:spcAft>
              <a:spcPct val="35000"/>
            </a:spcAft>
            <a:buNone/>
          </a:pPr>
          <a:r>
            <a:rPr lang="en-US" sz="6000" kern="1200"/>
            <a:t>Application Layer</a:t>
          </a:r>
        </a:p>
      </dsp:txBody>
      <dsp:txXfrm>
        <a:off x="0" y="3277340"/>
        <a:ext cx="5886291" cy="163746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DEA5D0-34BF-43C5-A431-260873246899}">
      <dsp:nvSpPr>
        <dsp:cNvPr id="0" name=""/>
        <dsp:cNvSpPr/>
      </dsp:nvSpPr>
      <dsp:spPr>
        <a:xfrm>
          <a:off x="0" y="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0B57EC-0EE8-43DD-98B2-E4ABA52C0A7B}">
      <dsp:nvSpPr>
        <dsp:cNvPr id="0" name=""/>
        <dsp:cNvSpPr/>
      </dsp:nvSpPr>
      <dsp:spPr>
        <a:xfrm>
          <a:off x="0" y="0"/>
          <a:ext cx="5886291" cy="2458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a:lnSpc>
              <a:spcPct val="90000"/>
            </a:lnSpc>
            <a:spcBef>
              <a:spcPct val="0"/>
            </a:spcBef>
            <a:spcAft>
              <a:spcPct val="35000"/>
            </a:spcAft>
            <a:buNone/>
          </a:pPr>
          <a:r>
            <a:rPr lang="en-US" sz="6500" kern="1200"/>
            <a:t>Service Layer</a:t>
          </a:r>
        </a:p>
      </dsp:txBody>
      <dsp:txXfrm>
        <a:off x="0" y="0"/>
        <a:ext cx="5886291" cy="2458605"/>
      </dsp:txXfrm>
    </dsp:sp>
    <dsp:sp modelId="{D1402D9C-0471-4802-96F2-CBE759834EC1}">
      <dsp:nvSpPr>
        <dsp:cNvPr id="0" name=""/>
        <dsp:cNvSpPr/>
      </dsp:nvSpPr>
      <dsp:spPr>
        <a:xfrm>
          <a:off x="0" y="2458605"/>
          <a:ext cx="5886291"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FC9196-1F1F-42B9-A8B4-774D7A065343}">
      <dsp:nvSpPr>
        <dsp:cNvPr id="0" name=""/>
        <dsp:cNvSpPr/>
      </dsp:nvSpPr>
      <dsp:spPr>
        <a:xfrm>
          <a:off x="0" y="2458605"/>
          <a:ext cx="5886291" cy="2458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a:lnSpc>
              <a:spcPct val="90000"/>
            </a:lnSpc>
            <a:spcBef>
              <a:spcPct val="0"/>
            </a:spcBef>
            <a:spcAft>
              <a:spcPct val="35000"/>
            </a:spcAft>
            <a:buNone/>
          </a:pPr>
          <a:r>
            <a:rPr lang="en-US" sz="6500" kern="1200"/>
            <a:t>API Gateway Layer</a:t>
          </a:r>
        </a:p>
      </dsp:txBody>
      <dsp:txXfrm>
        <a:off x="0" y="2458605"/>
        <a:ext cx="5886291" cy="245860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9017D9-2BF7-4E33-91F0-C25C800D765F}">
      <dsp:nvSpPr>
        <dsp:cNvPr id="0" name=""/>
        <dsp:cNvSpPr/>
      </dsp:nvSpPr>
      <dsp:spPr>
        <a:xfrm>
          <a:off x="0" y="2400"/>
          <a:ext cx="5886291"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A344F9-1744-4F40-AA2B-ED13376933EB}">
      <dsp:nvSpPr>
        <dsp:cNvPr id="0" name=""/>
        <dsp:cNvSpPr/>
      </dsp:nvSpPr>
      <dsp:spPr>
        <a:xfrm>
          <a:off x="0" y="240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Infrastructure as a Service</a:t>
          </a:r>
        </a:p>
      </dsp:txBody>
      <dsp:txXfrm>
        <a:off x="0" y="2400"/>
        <a:ext cx="5886291" cy="1637469"/>
      </dsp:txXfrm>
    </dsp:sp>
    <dsp:sp modelId="{8AF3C259-C394-4D7C-8B67-EFD587F59032}">
      <dsp:nvSpPr>
        <dsp:cNvPr id="0" name=""/>
        <dsp:cNvSpPr/>
      </dsp:nvSpPr>
      <dsp:spPr>
        <a:xfrm>
          <a:off x="0" y="1639870"/>
          <a:ext cx="5886291" cy="0"/>
        </a:xfrm>
        <a:prstGeom prst="line">
          <a:avLst/>
        </a:prstGeom>
        <a:solidFill>
          <a:schemeClr val="accent2">
            <a:hueOff val="1799994"/>
            <a:satOff val="-925"/>
            <a:lumOff val="-2353"/>
            <a:alphaOff val="0"/>
          </a:schemeClr>
        </a:solidFill>
        <a:ln w="19050" cap="flat" cmpd="sng" algn="ctr">
          <a:solidFill>
            <a:schemeClr val="accent2">
              <a:hueOff val="1799994"/>
              <a:satOff val="-92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4B479A-BCDA-4622-872E-300734F0F417}">
      <dsp:nvSpPr>
        <dsp:cNvPr id="0" name=""/>
        <dsp:cNvSpPr/>
      </dsp:nvSpPr>
      <dsp:spPr>
        <a:xfrm>
          <a:off x="0" y="163987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Platform as a service</a:t>
          </a:r>
        </a:p>
      </dsp:txBody>
      <dsp:txXfrm>
        <a:off x="0" y="1639870"/>
        <a:ext cx="5886291" cy="1637469"/>
      </dsp:txXfrm>
    </dsp:sp>
    <dsp:sp modelId="{69820F90-6E48-4FDD-A2FF-51474E678A45}">
      <dsp:nvSpPr>
        <dsp:cNvPr id="0" name=""/>
        <dsp:cNvSpPr/>
      </dsp:nvSpPr>
      <dsp:spPr>
        <a:xfrm>
          <a:off x="0" y="3277340"/>
          <a:ext cx="5886291" cy="0"/>
        </a:xfrm>
        <a:prstGeom prst="line">
          <a:avLst/>
        </a:prstGeom>
        <a:solidFill>
          <a:schemeClr val="accent2">
            <a:hueOff val="3599988"/>
            <a:satOff val="-1850"/>
            <a:lumOff val="-4706"/>
            <a:alphaOff val="0"/>
          </a:schemeClr>
        </a:solidFill>
        <a:ln w="19050" cap="flat" cmpd="sng" algn="ctr">
          <a:solidFill>
            <a:schemeClr val="accent2">
              <a:hueOff val="3599988"/>
              <a:satOff val="-1850"/>
              <a:lumOff val="-470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3C8175-3EA3-462C-ADE2-17941965C2E4}">
      <dsp:nvSpPr>
        <dsp:cNvPr id="0" name=""/>
        <dsp:cNvSpPr/>
      </dsp:nvSpPr>
      <dsp:spPr>
        <a:xfrm>
          <a:off x="0" y="3277340"/>
          <a:ext cx="5886291" cy="1637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260" tIns="175260" rIns="175260" bIns="175260" numCol="1" spcCol="1270" anchor="t" anchorCtr="0">
          <a:noAutofit/>
        </a:bodyPr>
        <a:lstStyle/>
        <a:p>
          <a:pPr marL="0" lvl="0" indent="0" algn="l" defTabSz="2044700">
            <a:lnSpc>
              <a:spcPct val="90000"/>
            </a:lnSpc>
            <a:spcBef>
              <a:spcPct val="0"/>
            </a:spcBef>
            <a:spcAft>
              <a:spcPct val="35000"/>
            </a:spcAft>
            <a:buNone/>
          </a:pPr>
          <a:r>
            <a:rPr lang="en-US" sz="4600" kern="1200"/>
            <a:t>Software as a Service</a:t>
          </a:r>
        </a:p>
      </dsp:txBody>
      <dsp:txXfrm>
        <a:off x="0" y="3277340"/>
        <a:ext cx="5886291" cy="163746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D62FD4-8C6E-4647-AA70-7CBA70886A52}">
      <dsp:nvSpPr>
        <dsp:cNvPr id="0" name=""/>
        <dsp:cNvSpPr/>
      </dsp:nvSpPr>
      <dsp:spPr>
        <a:xfrm>
          <a:off x="561423" y="1190491"/>
          <a:ext cx="1578375" cy="15783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17900F-6A32-4AD8-AA69-6B9BA917C17A}">
      <dsp:nvSpPr>
        <dsp:cNvPr id="0" name=""/>
        <dsp:cNvSpPr/>
      </dsp:nvSpPr>
      <dsp:spPr>
        <a:xfrm>
          <a:off x="897798" y="1526866"/>
          <a:ext cx="905625" cy="90562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C9214F-2234-482D-BA36-A875F201C6D6}">
      <dsp:nvSpPr>
        <dsp:cNvPr id="0" name=""/>
        <dsp:cNvSpPr/>
      </dsp:nvSpPr>
      <dsp:spPr>
        <a:xfrm>
          <a:off x="56860" y="3260491"/>
          <a:ext cx="258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Subject / Publishers</a:t>
          </a:r>
        </a:p>
      </dsp:txBody>
      <dsp:txXfrm>
        <a:off x="56860" y="3260491"/>
        <a:ext cx="2587500" cy="720000"/>
      </dsp:txXfrm>
    </dsp:sp>
    <dsp:sp modelId="{5104A637-7E64-4067-944A-BF90EB958A87}">
      <dsp:nvSpPr>
        <dsp:cNvPr id="0" name=""/>
        <dsp:cNvSpPr/>
      </dsp:nvSpPr>
      <dsp:spPr>
        <a:xfrm>
          <a:off x="3601735" y="1190491"/>
          <a:ext cx="1578375" cy="15783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E94C4A-F921-4D43-A88C-18ABB9AA6EE7}">
      <dsp:nvSpPr>
        <dsp:cNvPr id="0" name=""/>
        <dsp:cNvSpPr/>
      </dsp:nvSpPr>
      <dsp:spPr>
        <a:xfrm>
          <a:off x="3938110" y="1526866"/>
          <a:ext cx="905625" cy="90562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56CAD3-3713-4537-9D17-06095527370B}">
      <dsp:nvSpPr>
        <dsp:cNvPr id="0" name=""/>
        <dsp:cNvSpPr/>
      </dsp:nvSpPr>
      <dsp:spPr>
        <a:xfrm>
          <a:off x="3097173" y="3260491"/>
          <a:ext cx="258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dirty="0"/>
            <a:t>Dependents / Subscribers</a:t>
          </a:r>
        </a:p>
      </dsp:txBody>
      <dsp:txXfrm>
        <a:off x="3097173" y="3260491"/>
        <a:ext cx="2587500" cy="7200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D04E98-4BF4-428C-9472-987599299806}">
      <dsp:nvSpPr>
        <dsp:cNvPr id="0" name=""/>
        <dsp:cNvSpPr/>
      </dsp:nvSpPr>
      <dsp:spPr>
        <a:xfrm>
          <a:off x="0" y="1374"/>
          <a:ext cx="10394950" cy="696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31F126-EC88-43E5-BE86-4C3418493386}">
      <dsp:nvSpPr>
        <dsp:cNvPr id="0" name=""/>
        <dsp:cNvSpPr/>
      </dsp:nvSpPr>
      <dsp:spPr>
        <a:xfrm>
          <a:off x="210716" y="158105"/>
          <a:ext cx="383121" cy="3831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EA2634-18E4-48FC-9425-53D681A87B2A}">
      <dsp:nvSpPr>
        <dsp:cNvPr id="0" name=""/>
        <dsp:cNvSpPr/>
      </dsp:nvSpPr>
      <dsp:spPr>
        <a:xfrm>
          <a:off x="804555" y="1374"/>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Relationship can be established or removed at runtime.</a:t>
          </a:r>
        </a:p>
      </dsp:txBody>
      <dsp:txXfrm>
        <a:off x="804555" y="1374"/>
        <a:ext cx="9590394" cy="696584"/>
      </dsp:txXfrm>
    </dsp:sp>
    <dsp:sp modelId="{6A57A7C1-9D55-4E77-9D30-594F91DA135A}">
      <dsp:nvSpPr>
        <dsp:cNvPr id="0" name=""/>
        <dsp:cNvSpPr/>
      </dsp:nvSpPr>
      <dsp:spPr>
        <a:xfrm>
          <a:off x="0" y="872104"/>
          <a:ext cx="10394950" cy="696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CF1D74-2AD9-49B2-8217-A3A8D4373EEA}">
      <dsp:nvSpPr>
        <dsp:cNvPr id="0" name=""/>
        <dsp:cNvSpPr/>
      </dsp:nvSpPr>
      <dsp:spPr>
        <a:xfrm>
          <a:off x="210716" y="1028836"/>
          <a:ext cx="383121" cy="3831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4C6FAB-395D-4C46-91FB-8E65F0550F95}">
      <dsp:nvSpPr>
        <dsp:cNvPr id="0" name=""/>
        <dsp:cNvSpPr/>
      </dsp:nvSpPr>
      <dsp:spPr>
        <a:xfrm>
          <a:off x="804555" y="872104"/>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Decoupled behavior in clients.</a:t>
          </a:r>
        </a:p>
      </dsp:txBody>
      <dsp:txXfrm>
        <a:off x="804555" y="872104"/>
        <a:ext cx="9590394" cy="696584"/>
      </dsp:txXfrm>
    </dsp:sp>
    <dsp:sp modelId="{2328B935-5DAD-4F59-9AC6-2D5E7D93EF7C}">
      <dsp:nvSpPr>
        <dsp:cNvPr id="0" name=""/>
        <dsp:cNvSpPr/>
      </dsp:nvSpPr>
      <dsp:spPr>
        <a:xfrm>
          <a:off x="0" y="1742835"/>
          <a:ext cx="10394950" cy="696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34EA5F-DF7B-4065-A343-501D60F5CBCA}">
      <dsp:nvSpPr>
        <dsp:cNvPr id="0" name=""/>
        <dsp:cNvSpPr/>
      </dsp:nvSpPr>
      <dsp:spPr>
        <a:xfrm>
          <a:off x="210716" y="1899567"/>
          <a:ext cx="383121" cy="3831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406C36-61D2-42FC-A58B-9BB661F751BD}">
      <dsp:nvSpPr>
        <dsp:cNvPr id="0" name=""/>
        <dsp:cNvSpPr/>
      </dsp:nvSpPr>
      <dsp:spPr>
        <a:xfrm>
          <a:off x="804555" y="1742835"/>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Scalable across multiple clients</a:t>
          </a:r>
        </a:p>
      </dsp:txBody>
      <dsp:txXfrm>
        <a:off x="804555" y="1742835"/>
        <a:ext cx="9590394" cy="696584"/>
      </dsp:txXfrm>
    </dsp:sp>
    <dsp:sp modelId="{C95AD14C-38E9-4747-B57F-7D8B4628052A}">
      <dsp:nvSpPr>
        <dsp:cNvPr id="0" name=""/>
        <dsp:cNvSpPr/>
      </dsp:nvSpPr>
      <dsp:spPr>
        <a:xfrm>
          <a:off x="0" y="2613566"/>
          <a:ext cx="10394950" cy="6965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3F94F9-2BE8-4DD0-B48B-736F7A9F4206}">
      <dsp:nvSpPr>
        <dsp:cNvPr id="0" name=""/>
        <dsp:cNvSpPr/>
      </dsp:nvSpPr>
      <dsp:spPr>
        <a:xfrm>
          <a:off x="210716" y="2770297"/>
          <a:ext cx="383121" cy="3831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429FA7-D42F-4271-9FCD-A91FF65EF104}">
      <dsp:nvSpPr>
        <dsp:cNvPr id="0" name=""/>
        <dsp:cNvSpPr/>
      </dsp:nvSpPr>
      <dsp:spPr>
        <a:xfrm>
          <a:off x="804555" y="2613566"/>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Increased maintainability</a:t>
          </a:r>
        </a:p>
      </dsp:txBody>
      <dsp:txXfrm>
        <a:off x="804555" y="2613566"/>
        <a:ext cx="9590394" cy="69658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B428B-3231-412E-B685-2C95FC25862B}">
      <dsp:nvSpPr>
        <dsp:cNvPr id="0" name=""/>
        <dsp:cNvSpPr/>
      </dsp:nvSpPr>
      <dsp:spPr>
        <a:xfrm>
          <a:off x="0" y="1374"/>
          <a:ext cx="10394950" cy="69658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2A8083-402D-4ED2-84FE-671963858D8F}">
      <dsp:nvSpPr>
        <dsp:cNvPr id="0" name=""/>
        <dsp:cNvSpPr/>
      </dsp:nvSpPr>
      <dsp:spPr>
        <a:xfrm>
          <a:off x="210716" y="158105"/>
          <a:ext cx="383121" cy="3831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7E46CD-9C2F-4CDE-AC43-376133454726}">
      <dsp:nvSpPr>
        <dsp:cNvPr id="0" name=""/>
        <dsp:cNvSpPr/>
      </dsp:nvSpPr>
      <dsp:spPr>
        <a:xfrm>
          <a:off x="804555" y="1374"/>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Increased Complexity</a:t>
          </a:r>
        </a:p>
      </dsp:txBody>
      <dsp:txXfrm>
        <a:off x="804555" y="1374"/>
        <a:ext cx="9590394" cy="696584"/>
      </dsp:txXfrm>
    </dsp:sp>
    <dsp:sp modelId="{3C3BE9EE-37BC-4D22-9C27-831F2CC0203F}">
      <dsp:nvSpPr>
        <dsp:cNvPr id="0" name=""/>
        <dsp:cNvSpPr/>
      </dsp:nvSpPr>
      <dsp:spPr>
        <a:xfrm>
          <a:off x="0" y="872104"/>
          <a:ext cx="10394950" cy="69658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4AB1FD-F6E1-4984-9035-5B67EFBBEBF9}">
      <dsp:nvSpPr>
        <dsp:cNvPr id="0" name=""/>
        <dsp:cNvSpPr/>
      </dsp:nvSpPr>
      <dsp:spPr>
        <a:xfrm>
          <a:off x="210716" y="1028836"/>
          <a:ext cx="383121" cy="3831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662B310-A602-46F5-85D8-C24F45F705ED}">
      <dsp:nvSpPr>
        <dsp:cNvPr id="0" name=""/>
        <dsp:cNvSpPr/>
      </dsp:nvSpPr>
      <dsp:spPr>
        <a:xfrm>
          <a:off x="804555" y="872104"/>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Synchronicity may be a problem</a:t>
          </a:r>
        </a:p>
      </dsp:txBody>
      <dsp:txXfrm>
        <a:off x="804555" y="872104"/>
        <a:ext cx="9590394" cy="696584"/>
      </dsp:txXfrm>
    </dsp:sp>
    <dsp:sp modelId="{2BB92A93-9592-4E61-B661-48995E5C1E25}">
      <dsp:nvSpPr>
        <dsp:cNvPr id="0" name=""/>
        <dsp:cNvSpPr/>
      </dsp:nvSpPr>
      <dsp:spPr>
        <a:xfrm>
          <a:off x="0" y="1742835"/>
          <a:ext cx="10394950" cy="69658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7E0378-5E8B-4091-BD6A-7260A7A1CEC2}">
      <dsp:nvSpPr>
        <dsp:cNvPr id="0" name=""/>
        <dsp:cNvSpPr/>
      </dsp:nvSpPr>
      <dsp:spPr>
        <a:xfrm>
          <a:off x="210716" y="1899567"/>
          <a:ext cx="383121" cy="38312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46A2B1F-E01E-4D21-800B-4FE538EECF97}">
      <dsp:nvSpPr>
        <dsp:cNvPr id="0" name=""/>
        <dsp:cNvSpPr/>
      </dsp:nvSpPr>
      <dsp:spPr>
        <a:xfrm>
          <a:off x="804555" y="1742835"/>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Unintended Consequences</a:t>
          </a:r>
        </a:p>
      </dsp:txBody>
      <dsp:txXfrm>
        <a:off x="804555" y="1742835"/>
        <a:ext cx="9590394" cy="696584"/>
      </dsp:txXfrm>
    </dsp:sp>
    <dsp:sp modelId="{F42FF8A4-DA42-41DE-89CC-0FCB06978F1D}">
      <dsp:nvSpPr>
        <dsp:cNvPr id="0" name=""/>
        <dsp:cNvSpPr/>
      </dsp:nvSpPr>
      <dsp:spPr>
        <a:xfrm>
          <a:off x="0" y="2613566"/>
          <a:ext cx="10394950" cy="69658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1BCCA5-837A-48B7-9F56-D14FF43B421D}">
      <dsp:nvSpPr>
        <dsp:cNvPr id="0" name=""/>
        <dsp:cNvSpPr/>
      </dsp:nvSpPr>
      <dsp:spPr>
        <a:xfrm>
          <a:off x="210716" y="2770297"/>
          <a:ext cx="383121" cy="38312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F1B97E-65F4-4277-8D41-E435F52155EC}">
      <dsp:nvSpPr>
        <dsp:cNvPr id="0" name=""/>
        <dsp:cNvSpPr/>
      </dsp:nvSpPr>
      <dsp:spPr>
        <a:xfrm>
          <a:off x="804555" y="2613566"/>
          <a:ext cx="9590394" cy="6965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722" tIns="73722" rIns="73722" bIns="73722" numCol="1" spcCol="1270" anchor="ctr" anchorCtr="0">
          <a:noAutofit/>
        </a:bodyPr>
        <a:lstStyle/>
        <a:p>
          <a:pPr marL="0" lvl="0" indent="0" algn="l" defTabSz="977900">
            <a:lnSpc>
              <a:spcPct val="90000"/>
            </a:lnSpc>
            <a:spcBef>
              <a:spcPct val="0"/>
            </a:spcBef>
            <a:spcAft>
              <a:spcPct val="35000"/>
            </a:spcAft>
            <a:buNone/>
          </a:pPr>
          <a:r>
            <a:rPr lang="en-US" sz="2200" kern="1200"/>
            <a:t>Publisher is unaware of the state of observers but still hast to maintain reference</a:t>
          </a:r>
        </a:p>
      </dsp:txBody>
      <dsp:txXfrm>
        <a:off x="804555" y="2613566"/>
        <a:ext cx="9590394" cy="69658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E7AEB9-5F83-414F-8AB3-04FC15643240}">
      <dsp:nvSpPr>
        <dsp:cNvPr id="0" name=""/>
        <dsp:cNvSpPr/>
      </dsp:nvSpPr>
      <dsp:spPr>
        <a:xfrm>
          <a:off x="0" y="3962"/>
          <a:ext cx="6234111" cy="84402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B4C0E-3B38-4722-9167-F559CCBE519F}">
      <dsp:nvSpPr>
        <dsp:cNvPr id="0" name=""/>
        <dsp:cNvSpPr/>
      </dsp:nvSpPr>
      <dsp:spPr>
        <a:xfrm>
          <a:off x="255316" y="193867"/>
          <a:ext cx="464212" cy="4642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B6F9992-44D3-4384-8811-7AB5CAF2D9CE}">
      <dsp:nvSpPr>
        <dsp:cNvPr id="0" name=""/>
        <dsp:cNvSpPr/>
      </dsp:nvSpPr>
      <dsp:spPr>
        <a:xfrm>
          <a:off x="974846" y="3962"/>
          <a:ext cx="5259265" cy="844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26" tIns="89326" rIns="89326" bIns="89326" numCol="1" spcCol="1270" anchor="ctr" anchorCtr="0">
          <a:noAutofit/>
        </a:bodyPr>
        <a:lstStyle/>
        <a:p>
          <a:pPr marL="0" lvl="0" indent="0" algn="l" defTabSz="755650">
            <a:lnSpc>
              <a:spcPct val="90000"/>
            </a:lnSpc>
            <a:spcBef>
              <a:spcPct val="0"/>
            </a:spcBef>
            <a:spcAft>
              <a:spcPct val="35000"/>
            </a:spcAft>
            <a:buNone/>
          </a:pPr>
          <a:r>
            <a:rPr lang="en-US" sz="1700" kern="1200"/>
            <a:t>S.  The responsibilities of notifying observers and how the observers respond is separated. </a:t>
          </a:r>
        </a:p>
      </dsp:txBody>
      <dsp:txXfrm>
        <a:off x="974846" y="3962"/>
        <a:ext cx="5259265" cy="844022"/>
      </dsp:txXfrm>
    </dsp:sp>
    <dsp:sp modelId="{74D4F5BC-650F-4A11-994A-AC8D1D6CAAAF}">
      <dsp:nvSpPr>
        <dsp:cNvPr id="0" name=""/>
        <dsp:cNvSpPr/>
      </dsp:nvSpPr>
      <dsp:spPr>
        <a:xfrm>
          <a:off x="0" y="1058991"/>
          <a:ext cx="6234111" cy="84402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CBE76E-2F94-4714-9641-4848FAD10350}">
      <dsp:nvSpPr>
        <dsp:cNvPr id="0" name=""/>
        <dsp:cNvSpPr/>
      </dsp:nvSpPr>
      <dsp:spPr>
        <a:xfrm>
          <a:off x="255316" y="1248896"/>
          <a:ext cx="464212" cy="4642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8BA2A0-DAC5-4C09-9CDD-B749A1A72877}">
      <dsp:nvSpPr>
        <dsp:cNvPr id="0" name=""/>
        <dsp:cNvSpPr/>
      </dsp:nvSpPr>
      <dsp:spPr>
        <a:xfrm>
          <a:off x="974846" y="1058991"/>
          <a:ext cx="5259265" cy="844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26" tIns="89326" rIns="89326" bIns="89326" numCol="1" spcCol="1270" anchor="ctr" anchorCtr="0">
          <a:noAutofit/>
        </a:bodyPr>
        <a:lstStyle/>
        <a:p>
          <a:pPr marL="0" lvl="0" indent="0" algn="l" defTabSz="755650">
            <a:lnSpc>
              <a:spcPct val="90000"/>
            </a:lnSpc>
            <a:spcBef>
              <a:spcPct val="0"/>
            </a:spcBef>
            <a:spcAft>
              <a:spcPct val="35000"/>
            </a:spcAft>
            <a:buNone/>
          </a:pPr>
          <a:r>
            <a:rPr lang="en-US" sz="1700" kern="1200"/>
            <a:t>O. Observers do not depend on the Publisher.  Observers are added to the publisher.</a:t>
          </a:r>
        </a:p>
      </dsp:txBody>
      <dsp:txXfrm>
        <a:off x="974846" y="1058991"/>
        <a:ext cx="5259265" cy="844022"/>
      </dsp:txXfrm>
    </dsp:sp>
    <dsp:sp modelId="{9DAF022D-8F11-48EE-BCD2-87F2123C21F8}">
      <dsp:nvSpPr>
        <dsp:cNvPr id="0" name=""/>
        <dsp:cNvSpPr/>
      </dsp:nvSpPr>
      <dsp:spPr>
        <a:xfrm>
          <a:off x="0" y="2114020"/>
          <a:ext cx="6234111" cy="84402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C1F9CC-DA30-48D8-85DE-D234C6C7479D}">
      <dsp:nvSpPr>
        <dsp:cNvPr id="0" name=""/>
        <dsp:cNvSpPr/>
      </dsp:nvSpPr>
      <dsp:spPr>
        <a:xfrm>
          <a:off x="255316" y="2303925"/>
          <a:ext cx="464212" cy="4642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FEB5E4-9F99-4480-B769-7C9977B88D1B}">
      <dsp:nvSpPr>
        <dsp:cNvPr id="0" name=""/>
        <dsp:cNvSpPr/>
      </dsp:nvSpPr>
      <dsp:spPr>
        <a:xfrm>
          <a:off x="974846" y="2114020"/>
          <a:ext cx="5259265" cy="844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26" tIns="89326" rIns="89326" bIns="89326" numCol="1" spcCol="1270" anchor="ctr" anchorCtr="0">
          <a:noAutofit/>
        </a:bodyPr>
        <a:lstStyle/>
        <a:p>
          <a:pPr marL="0" lvl="0" indent="0" algn="l" defTabSz="755650">
            <a:lnSpc>
              <a:spcPct val="90000"/>
            </a:lnSpc>
            <a:spcBef>
              <a:spcPct val="0"/>
            </a:spcBef>
            <a:spcAft>
              <a:spcPct val="35000"/>
            </a:spcAft>
            <a:buNone/>
          </a:pPr>
          <a:r>
            <a:rPr lang="en-US" sz="1700" kern="1200"/>
            <a:t>L. Observers have to comply with the interface but how they act based off of state change is up to the developer.</a:t>
          </a:r>
        </a:p>
      </dsp:txBody>
      <dsp:txXfrm>
        <a:off x="974846" y="2114020"/>
        <a:ext cx="5259265" cy="844022"/>
      </dsp:txXfrm>
    </dsp:sp>
    <dsp:sp modelId="{4FDDEE6C-1B3B-4234-BEA2-F7996DB88F66}">
      <dsp:nvSpPr>
        <dsp:cNvPr id="0" name=""/>
        <dsp:cNvSpPr/>
      </dsp:nvSpPr>
      <dsp:spPr>
        <a:xfrm>
          <a:off x="0" y="3169048"/>
          <a:ext cx="6234111" cy="844022"/>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68BC25-DFAC-4AD8-9EDA-CCBA038E048C}">
      <dsp:nvSpPr>
        <dsp:cNvPr id="0" name=""/>
        <dsp:cNvSpPr/>
      </dsp:nvSpPr>
      <dsp:spPr>
        <a:xfrm>
          <a:off x="255316" y="3358953"/>
          <a:ext cx="464212" cy="4642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17FF50E-7E05-42F6-8DEE-963B49A58B17}">
      <dsp:nvSpPr>
        <dsp:cNvPr id="0" name=""/>
        <dsp:cNvSpPr/>
      </dsp:nvSpPr>
      <dsp:spPr>
        <a:xfrm>
          <a:off x="974846" y="3169048"/>
          <a:ext cx="5259265" cy="844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26" tIns="89326" rIns="89326" bIns="89326" numCol="1" spcCol="1270" anchor="ctr" anchorCtr="0">
          <a:noAutofit/>
        </a:bodyPr>
        <a:lstStyle/>
        <a:p>
          <a:pPr marL="0" lvl="0" indent="0" algn="l" defTabSz="755650">
            <a:lnSpc>
              <a:spcPct val="90000"/>
            </a:lnSpc>
            <a:spcBef>
              <a:spcPct val="0"/>
            </a:spcBef>
            <a:spcAft>
              <a:spcPct val="35000"/>
            </a:spcAft>
            <a:buNone/>
          </a:pPr>
          <a:r>
            <a:rPr lang="en-US" sz="1700" kern="1200"/>
            <a:t>I. Observer interface should be simple.  Just enough to establish itself as an observer.</a:t>
          </a:r>
        </a:p>
      </dsp:txBody>
      <dsp:txXfrm>
        <a:off x="974846" y="3169048"/>
        <a:ext cx="5259265" cy="844022"/>
      </dsp:txXfrm>
    </dsp:sp>
    <dsp:sp modelId="{DE698596-50CA-41A1-8D25-64E7022567E5}">
      <dsp:nvSpPr>
        <dsp:cNvPr id="0" name=""/>
        <dsp:cNvSpPr/>
      </dsp:nvSpPr>
      <dsp:spPr>
        <a:xfrm>
          <a:off x="0" y="4224077"/>
          <a:ext cx="6234111" cy="844022"/>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93AE9D-4D9A-4407-BBAE-A768BC437E00}">
      <dsp:nvSpPr>
        <dsp:cNvPr id="0" name=""/>
        <dsp:cNvSpPr/>
      </dsp:nvSpPr>
      <dsp:spPr>
        <a:xfrm>
          <a:off x="255316" y="4413982"/>
          <a:ext cx="464212" cy="46421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D601E4-DB39-4E5D-9C33-F589A4724C07}">
      <dsp:nvSpPr>
        <dsp:cNvPr id="0" name=""/>
        <dsp:cNvSpPr/>
      </dsp:nvSpPr>
      <dsp:spPr>
        <a:xfrm>
          <a:off x="974846" y="4224077"/>
          <a:ext cx="5259265" cy="8440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326" tIns="89326" rIns="89326" bIns="89326" numCol="1" spcCol="1270" anchor="ctr" anchorCtr="0">
          <a:noAutofit/>
        </a:bodyPr>
        <a:lstStyle/>
        <a:p>
          <a:pPr marL="0" lvl="0" indent="0" algn="l" defTabSz="755650">
            <a:lnSpc>
              <a:spcPct val="90000"/>
            </a:lnSpc>
            <a:spcBef>
              <a:spcPct val="0"/>
            </a:spcBef>
            <a:spcAft>
              <a:spcPct val="35000"/>
            </a:spcAft>
            <a:buNone/>
          </a:pPr>
          <a:r>
            <a:rPr lang="en-US" sz="1700" kern="1200"/>
            <a:t>D. Dependency inversion happens through a method rather than the constructor but it is there.</a:t>
          </a:r>
        </a:p>
      </dsp:txBody>
      <dsp:txXfrm>
        <a:off x="974846" y="4224077"/>
        <a:ext cx="5259265" cy="84402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807127-B386-4EBF-9FFB-577FA03C813D}">
      <dsp:nvSpPr>
        <dsp:cNvPr id="0" name=""/>
        <dsp:cNvSpPr/>
      </dsp:nvSpPr>
      <dsp:spPr>
        <a:xfrm>
          <a:off x="0" y="1640"/>
          <a:ext cx="5226407" cy="69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9F0A3A-03B2-4F5C-AC22-73384C59BDA9}">
      <dsp:nvSpPr>
        <dsp:cNvPr id="0" name=""/>
        <dsp:cNvSpPr/>
      </dsp:nvSpPr>
      <dsp:spPr>
        <a:xfrm>
          <a:off x="211490" y="158947"/>
          <a:ext cx="384528" cy="3845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BCF6E64-944F-4F65-B222-8F768BFE7408}">
      <dsp:nvSpPr>
        <dsp:cNvPr id="0" name=""/>
        <dsp:cNvSpPr/>
      </dsp:nvSpPr>
      <dsp:spPr>
        <a:xfrm>
          <a:off x="807509" y="1640"/>
          <a:ext cx="4418897" cy="69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993" tIns="73993" rIns="73993" bIns="73993" numCol="1" spcCol="1270" anchor="ctr" anchorCtr="0">
          <a:noAutofit/>
        </a:bodyPr>
        <a:lstStyle/>
        <a:p>
          <a:pPr marL="0" lvl="0" indent="0" algn="l" defTabSz="844550">
            <a:lnSpc>
              <a:spcPct val="90000"/>
            </a:lnSpc>
            <a:spcBef>
              <a:spcPct val="0"/>
            </a:spcBef>
            <a:spcAft>
              <a:spcPct val="35000"/>
            </a:spcAft>
            <a:buNone/>
          </a:pPr>
          <a:r>
            <a:rPr lang="en-US" sz="1900" kern="1200"/>
            <a:t>Real time data monitoring.</a:t>
          </a:r>
        </a:p>
      </dsp:txBody>
      <dsp:txXfrm>
        <a:off x="807509" y="1640"/>
        <a:ext cx="4418897" cy="699142"/>
      </dsp:txXfrm>
    </dsp:sp>
    <dsp:sp modelId="{BC098D89-C8C1-4F4C-877F-7D4B1C3D6AED}">
      <dsp:nvSpPr>
        <dsp:cNvPr id="0" name=""/>
        <dsp:cNvSpPr/>
      </dsp:nvSpPr>
      <dsp:spPr>
        <a:xfrm>
          <a:off x="0" y="875568"/>
          <a:ext cx="5226407" cy="69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199E41-7EBD-4C89-B2BC-8ABCF21A8F3B}">
      <dsp:nvSpPr>
        <dsp:cNvPr id="0" name=""/>
        <dsp:cNvSpPr/>
      </dsp:nvSpPr>
      <dsp:spPr>
        <a:xfrm>
          <a:off x="211490" y="1032875"/>
          <a:ext cx="384528" cy="3845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9E8741E-84D3-4BA1-8D51-78179BD09A81}">
      <dsp:nvSpPr>
        <dsp:cNvPr id="0" name=""/>
        <dsp:cNvSpPr/>
      </dsp:nvSpPr>
      <dsp:spPr>
        <a:xfrm>
          <a:off x="807509" y="875568"/>
          <a:ext cx="4418897" cy="69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993" tIns="73993" rIns="73993" bIns="73993" numCol="1" spcCol="1270" anchor="ctr" anchorCtr="0">
          <a:noAutofit/>
        </a:bodyPr>
        <a:lstStyle/>
        <a:p>
          <a:pPr marL="0" lvl="0" indent="0" algn="l" defTabSz="844550">
            <a:lnSpc>
              <a:spcPct val="90000"/>
            </a:lnSpc>
            <a:spcBef>
              <a:spcPct val="0"/>
            </a:spcBef>
            <a:spcAft>
              <a:spcPct val="35000"/>
            </a:spcAft>
            <a:buNone/>
          </a:pPr>
          <a:r>
            <a:rPr lang="en-US" sz="1900" kern="1200"/>
            <a:t>Notification systems</a:t>
          </a:r>
        </a:p>
      </dsp:txBody>
      <dsp:txXfrm>
        <a:off x="807509" y="875568"/>
        <a:ext cx="4418897" cy="699142"/>
      </dsp:txXfrm>
    </dsp:sp>
    <dsp:sp modelId="{1D37DF44-BFA0-4EB0-8D7F-505C754D5667}">
      <dsp:nvSpPr>
        <dsp:cNvPr id="0" name=""/>
        <dsp:cNvSpPr/>
      </dsp:nvSpPr>
      <dsp:spPr>
        <a:xfrm>
          <a:off x="0" y="1749496"/>
          <a:ext cx="5226407" cy="69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71F643-44B1-4026-A19E-4920D7CEB618}">
      <dsp:nvSpPr>
        <dsp:cNvPr id="0" name=""/>
        <dsp:cNvSpPr/>
      </dsp:nvSpPr>
      <dsp:spPr>
        <a:xfrm>
          <a:off x="211490" y="1906803"/>
          <a:ext cx="384528" cy="3845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4077580-54D8-4B7C-B458-9CB90713F2D0}">
      <dsp:nvSpPr>
        <dsp:cNvPr id="0" name=""/>
        <dsp:cNvSpPr/>
      </dsp:nvSpPr>
      <dsp:spPr>
        <a:xfrm>
          <a:off x="807509" y="1749496"/>
          <a:ext cx="4418897" cy="69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993" tIns="73993" rIns="73993" bIns="73993" numCol="1" spcCol="1270" anchor="ctr" anchorCtr="0">
          <a:noAutofit/>
        </a:bodyPr>
        <a:lstStyle/>
        <a:p>
          <a:pPr marL="0" lvl="0" indent="0" algn="l" defTabSz="844550">
            <a:lnSpc>
              <a:spcPct val="90000"/>
            </a:lnSpc>
            <a:spcBef>
              <a:spcPct val="0"/>
            </a:spcBef>
            <a:spcAft>
              <a:spcPct val="35000"/>
            </a:spcAft>
            <a:buNone/>
          </a:pPr>
          <a:r>
            <a:rPr lang="en-US" sz="1900" kern="1200"/>
            <a:t>Distributed systems</a:t>
          </a:r>
        </a:p>
      </dsp:txBody>
      <dsp:txXfrm>
        <a:off x="807509" y="1749496"/>
        <a:ext cx="4418897" cy="699142"/>
      </dsp:txXfrm>
    </dsp:sp>
    <dsp:sp modelId="{B17248F1-7057-4FAA-B66B-E71CF6ACEFB9}">
      <dsp:nvSpPr>
        <dsp:cNvPr id="0" name=""/>
        <dsp:cNvSpPr/>
      </dsp:nvSpPr>
      <dsp:spPr>
        <a:xfrm>
          <a:off x="0" y="2623424"/>
          <a:ext cx="5226407" cy="69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21E0B0-6BBB-4A7A-9611-ED14AFF0C409}">
      <dsp:nvSpPr>
        <dsp:cNvPr id="0" name=""/>
        <dsp:cNvSpPr/>
      </dsp:nvSpPr>
      <dsp:spPr>
        <a:xfrm>
          <a:off x="211490" y="2780731"/>
          <a:ext cx="384528" cy="3845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D65F2DB-4B84-4785-9D84-25CA1AA4E8E9}">
      <dsp:nvSpPr>
        <dsp:cNvPr id="0" name=""/>
        <dsp:cNvSpPr/>
      </dsp:nvSpPr>
      <dsp:spPr>
        <a:xfrm>
          <a:off x="807509" y="2623424"/>
          <a:ext cx="4418897" cy="69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993" tIns="73993" rIns="73993" bIns="73993" numCol="1" spcCol="1270" anchor="ctr" anchorCtr="0">
          <a:noAutofit/>
        </a:bodyPr>
        <a:lstStyle/>
        <a:p>
          <a:pPr marL="0" lvl="0" indent="0" algn="l" defTabSz="844550">
            <a:lnSpc>
              <a:spcPct val="90000"/>
            </a:lnSpc>
            <a:spcBef>
              <a:spcPct val="0"/>
            </a:spcBef>
            <a:spcAft>
              <a:spcPct val="35000"/>
            </a:spcAft>
            <a:buNone/>
          </a:pPr>
          <a:r>
            <a:rPr lang="en-US" sz="1900" kern="1200" dirty="0"/>
            <a:t>Games (MMO)</a:t>
          </a:r>
        </a:p>
      </dsp:txBody>
      <dsp:txXfrm>
        <a:off x="807509" y="2623424"/>
        <a:ext cx="4418897" cy="699142"/>
      </dsp:txXfrm>
    </dsp:sp>
    <dsp:sp modelId="{0AA95D13-3FB0-421F-8F6D-30FAD0D25C94}">
      <dsp:nvSpPr>
        <dsp:cNvPr id="0" name=""/>
        <dsp:cNvSpPr/>
      </dsp:nvSpPr>
      <dsp:spPr>
        <a:xfrm>
          <a:off x="0" y="3497352"/>
          <a:ext cx="5226407" cy="69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720FFB-F726-48C2-8251-631ED9E59BB2}">
      <dsp:nvSpPr>
        <dsp:cNvPr id="0" name=""/>
        <dsp:cNvSpPr/>
      </dsp:nvSpPr>
      <dsp:spPr>
        <a:xfrm>
          <a:off x="211490" y="3654659"/>
          <a:ext cx="384528" cy="3845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F3B652-9FEA-48DB-8EF6-8B3D2B724F7C}">
      <dsp:nvSpPr>
        <dsp:cNvPr id="0" name=""/>
        <dsp:cNvSpPr/>
      </dsp:nvSpPr>
      <dsp:spPr>
        <a:xfrm>
          <a:off x="807509" y="3497352"/>
          <a:ext cx="4418897" cy="69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993" tIns="73993" rIns="73993" bIns="73993" numCol="1" spcCol="1270" anchor="ctr" anchorCtr="0">
          <a:noAutofit/>
        </a:bodyPr>
        <a:lstStyle/>
        <a:p>
          <a:pPr marL="0" lvl="0" indent="0" algn="l" defTabSz="844550">
            <a:lnSpc>
              <a:spcPct val="90000"/>
            </a:lnSpc>
            <a:spcBef>
              <a:spcPct val="0"/>
            </a:spcBef>
            <a:spcAft>
              <a:spcPct val="35000"/>
            </a:spcAft>
            <a:buNone/>
          </a:pPr>
          <a:r>
            <a:rPr lang="en-US" sz="1900" kern="1200"/>
            <a:t>Logging</a:t>
          </a:r>
        </a:p>
      </dsp:txBody>
      <dsp:txXfrm>
        <a:off x="807509" y="3497352"/>
        <a:ext cx="4418897" cy="699142"/>
      </dsp:txXfrm>
    </dsp:sp>
    <dsp:sp modelId="{9BE9D8EC-360C-4437-9C98-5A6AF513E025}">
      <dsp:nvSpPr>
        <dsp:cNvPr id="0" name=""/>
        <dsp:cNvSpPr/>
      </dsp:nvSpPr>
      <dsp:spPr>
        <a:xfrm>
          <a:off x="0" y="4371279"/>
          <a:ext cx="5226407" cy="69914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3F80BC-10EA-4F40-8FA6-F3BA879DD754}">
      <dsp:nvSpPr>
        <dsp:cNvPr id="0" name=""/>
        <dsp:cNvSpPr/>
      </dsp:nvSpPr>
      <dsp:spPr>
        <a:xfrm>
          <a:off x="211490" y="4528586"/>
          <a:ext cx="384528" cy="3845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D338A1-3869-418B-BA82-563750B59DD3}">
      <dsp:nvSpPr>
        <dsp:cNvPr id="0" name=""/>
        <dsp:cNvSpPr/>
      </dsp:nvSpPr>
      <dsp:spPr>
        <a:xfrm>
          <a:off x="807509" y="4371279"/>
          <a:ext cx="4418897" cy="699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993" tIns="73993" rIns="73993" bIns="73993" numCol="1" spcCol="1270" anchor="ctr" anchorCtr="0">
          <a:noAutofit/>
        </a:bodyPr>
        <a:lstStyle/>
        <a:p>
          <a:pPr marL="0" lvl="0" indent="0" algn="l" defTabSz="844550">
            <a:lnSpc>
              <a:spcPct val="90000"/>
            </a:lnSpc>
            <a:spcBef>
              <a:spcPct val="0"/>
            </a:spcBef>
            <a:spcAft>
              <a:spcPct val="35000"/>
            </a:spcAft>
            <a:buNone/>
          </a:pPr>
          <a:r>
            <a:rPr lang="en-US" sz="1900" kern="1200"/>
            <a:t>Auditing</a:t>
          </a:r>
        </a:p>
      </dsp:txBody>
      <dsp:txXfrm>
        <a:off x="807509" y="4371279"/>
        <a:ext cx="4418897" cy="69914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35D295-C35C-4232-91B4-8C94FA6BACFD}">
      <dsp:nvSpPr>
        <dsp:cNvPr id="0" name=""/>
        <dsp:cNvSpPr/>
      </dsp:nvSpPr>
      <dsp:spPr>
        <a:xfrm>
          <a:off x="285275" y="0"/>
          <a:ext cx="5170983" cy="5170983"/>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2F2190-DB12-462D-84B5-E46606A9A3B2}">
      <dsp:nvSpPr>
        <dsp:cNvPr id="0" name=""/>
        <dsp:cNvSpPr/>
      </dsp:nvSpPr>
      <dsp:spPr>
        <a:xfrm>
          <a:off x="776518" y="491243"/>
          <a:ext cx="2016683" cy="2016683"/>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Iterator Interface</a:t>
          </a:r>
        </a:p>
      </dsp:txBody>
      <dsp:txXfrm>
        <a:off x="874964" y="589689"/>
        <a:ext cx="1819791" cy="1819791"/>
      </dsp:txXfrm>
    </dsp:sp>
    <dsp:sp modelId="{9986AD3C-E87F-4457-8376-B3B6379E889E}">
      <dsp:nvSpPr>
        <dsp:cNvPr id="0" name=""/>
        <dsp:cNvSpPr/>
      </dsp:nvSpPr>
      <dsp:spPr>
        <a:xfrm>
          <a:off x="2948331" y="491243"/>
          <a:ext cx="2016683" cy="2016683"/>
        </a:xfrm>
        <a:prstGeom prst="round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Concrete Iterator</a:t>
          </a:r>
        </a:p>
      </dsp:txBody>
      <dsp:txXfrm>
        <a:off x="3046777" y="589689"/>
        <a:ext cx="1819791" cy="1819791"/>
      </dsp:txXfrm>
    </dsp:sp>
    <dsp:sp modelId="{38CC0681-38AA-457C-B48E-4B7E7B463E55}">
      <dsp:nvSpPr>
        <dsp:cNvPr id="0" name=""/>
        <dsp:cNvSpPr/>
      </dsp:nvSpPr>
      <dsp:spPr>
        <a:xfrm>
          <a:off x="776518" y="2663056"/>
          <a:ext cx="2016683" cy="2016683"/>
        </a:xfrm>
        <a:prstGeom prst="round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Aggregate Interface</a:t>
          </a:r>
        </a:p>
      </dsp:txBody>
      <dsp:txXfrm>
        <a:off x="874964" y="2761502"/>
        <a:ext cx="1819791" cy="1819791"/>
      </dsp:txXfrm>
    </dsp:sp>
    <dsp:sp modelId="{71346C8B-FF47-4F4F-8B8C-F30BB228C924}">
      <dsp:nvSpPr>
        <dsp:cNvPr id="0" name=""/>
        <dsp:cNvSpPr/>
      </dsp:nvSpPr>
      <dsp:spPr>
        <a:xfrm>
          <a:off x="2948331" y="2663056"/>
          <a:ext cx="2016683" cy="2016683"/>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a:t>Concrete Aggregate</a:t>
          </a:r>
        </a:p>
      </dsp:txBody>
      <dsp:txXfrm>
        <a:off x="3046777" y="2761502"/>
        <a:ext cx="1819791" cy="181979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A2C034-9885-48CC-82E4-2A6C95AE4174}">
      <dsp:nvSpPr>
        <dsp:cNvPr id="0" name=""/>
        <dsp:cNvSpPr/>
      </dsp:nvSpPr>
      <dsp:spPr>
        <a:xfrm>
          <a:off x="0" y="147001"/>
          <a:ext cx="5886291" cy="873953"/>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 Separates Navigation from the actual collection</a:t>
          </a:r>
        </a:p>
      </dsp:txBody>
      <dsp:txXfrm>
        <a:off x="42663" y="189664"/>
        <a:ext cx="5800965" cy="788627"/>
      </dsp:txXfrm>
    </dsp:sp>
    <dsp:sp modelId="{5E50A373-278B-4060-808A-3047502E1FA6}">
      <dsp:nvSpPr>
        <dsp:cNvPr id="0" name=""/>
        <dsp:cNvSpPr/>
      </dsp:nvSpPr>
      <dsp:spPr>
        <a:xfrm>
          <a:off x="0" y="1084315"/>
          <a:ext cx="5886291" cy="873953"/>
        </a:xfrm>
        <a:prstGeom prst="roundRect">
          <a:avLst/>
        </a:prstGeom>
        <a:solidFill>
          <a:schemeClr val="accent2">
            <a:hueOff val="9759"/>
            <a:satOff val="-6719"/>
            <a:lumOff val="-171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 You can change both collection and navigation logic independently.</a:t>
          </a:r>
        </a:p>
      </dsp:txBody>
      <dsp:txXfrm>
        <a:off x="42663" y="1126978"/>
        <a:ext cx="5800965" cy="788627"/>
      </dsp:txXfrm>
    </dsp:sp>
    <dsp:sp modelId="{AC96CC4E-E0E0-4594-A74B-75C587FE505F}">
      <dsp:nvSpPr>
        <dsp:cNvPr id="0" name=""/>
        <dsp:cNvSpPr/>
      </dsp:nvSpPr>
      <dsp:spPr>
        <a:xfrm>
          <a:off x="0" y="2021628"/>
          <a:ext cx="5886291" cy="873953"/>
        </a:xfrm>
        <a:prstGeom prst="roundRect">
          <a:avLst/>
        </a:prstGeom>
        <a:solidFill>
          <a:schemeClr val="accent2">
            <a:hueOff val="19519"/>
            <a:satOff val="-13438"/>
            <a:lumOff val="-343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L. This is up to the developer but it does support using an interface encouraging this behavior.</a:t>
          </a:r>
        </a:p>
      </dsp:txBody>
      <dsp:txXfrm>
        <a:off x="42663" y="2064291"/>
        <a:ext cx="5800965" cy="788627"/>
      </dsp:txXfrm>
    </dsp:sp>
    <dsp:sp modelId="{BC5E5914-1B41-47BB-8C5E-51BA9D3D50FA}">
      <dsp:nvSpPr>
        <dsp:cNvPr id="0" name=""/>
        <dsp:cNvSpPr/>
      </dsp:nvSpPr>
      <dsp:spPr>
        <a:xfrm>
          <a:off x="0" y="2958942"/>
          <a:ext cx="5886291" cy="873953"/>
        </a:xfrm>
        <a:prstGeom prst="roundRect">
          <a:avLst/>
        </a:prstGeom>
        <a:solidFill>
          <a:schemeClr val="accent2">
            <a:hueOff val="29278"/>
            <a:satOff val="-20157"/>
            <a:lumOff val="-514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 Focuses the traversal logic in a simple interface.</a:t>
          </a:r>
        </a:p>
      </dsp:txBody>
      <dsp:txXfrm>
        <a:off x="42663" y="3001605"/>
        <a:ext cx="5800965" cy="788627"/>
      </dsp:txXfrm>
    </dsp:sp>
    <dsp:sp modelId="{52289C82-C698-41AE-A031-DFAF8AD3F6F9}">
      <dsp:nvSpPr>
        <dsp:cNvPr id="0" name=""/>
        <dsp:cNvSpPr/>
      </dsp:nvSpPr>
      <dsp:spPr>
        <a:xfrm>
          <a:off x="0" y="3896255"/>
          <a:ext cx="5886291" cy="873953"/>
        </a:xfrm>
        <a:prstGeom prst="roundRect">
          <a:avLst/>
        </a:prstGeom>
        <a:solidFill>
          <a:schemeClr val="accent2">
            <a:hueOff val="39038"/>
            <a:satOff val="-26876"/>
            <a:lumOff val="-686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D. Collection is separated from the traversal and does not depend on it.</a:t>
          </a:r>
        </a:p>
      </dsp:txBody>
      <dsp:txXfrm>
        <a:off x="42663" y="3938918"/>
        <a:ext cx="5800965" cy="78862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82FAE9-5783-41EA-813C-FADA9D2AF834}"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7321C-E3F1-4D3E-9033-BB90C91397A3}" type="slidenum">
              <a:rPr lang="en-US" smtClean="0"/>
              <a:t>‹#›</a:t>
            </a:fld>
            <a:endParaRPr lang="en-US"/>
          </a:p>
        </p:txBody>
      </p:sp>
    </p:spTree>
    <p:extLst>
      <p:ext uri="{BB962C8B-B14F-4D97-AF65-F5344CB8AC3E}">
        <p14:creationId xmlns:p14="http://schemas.microsoft.com/office/powerpoint/2010/main" val="153693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7321C-E3F1-4D3E-9033-BB90C91397A3}" type="slidenum">
              <a:rPr lang="en-US" smtClean="0"/>
              <a:t>59</a:t>
            </a:fld>
            <a:endParaRPr lang="en-US"/>
          </a:p>
        </p:txBody>
      </p:sp>
    </p:spTree>
    <p:extLst>
      <p:ext uri="{BB962C8B-B14F-4D97-AF65-F5344CB8AC3E}">
        <p14:creationId xmlns:p14="http://schemas.microsoft.com/office/powerpoint/2010/main" val="21992235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14063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40040576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33023725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5152BE-5081-4D67-A4A4-A12FA4E73F1D}"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2512335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5152BE-5081-4D67-A4A4-A12FA4E73F1D}" type="datetimeFigureOut">
              <a:rPr lang="en-US" smtClean="0"/>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2426517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53056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33778840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111960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5152BE-5081-4D67-A4A4-A12FA4E73F1D}"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20902289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5152BE-5081-4D67-A4A4-A12FA4E73F1D}" type="datetimeFigureOut">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35856745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35418745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603065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39079205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20427674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4087963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7293541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5152BE-5081-4D67-A4A4-A12FA4E73F1D}" type="datetimeFigureOut">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C68C9-1AAB-46AB-B3B5-FC888468DAC8}" type="slidenum">
              <a:rPr lang="en-US" smtClean="0"/>
              <a:t>‹#›</a:t>
            </a:fld>
            <a:endParaRPr lang="en-US"/>
          </a:p>
        </p:txBody>
      </p:sp>
    </p:spTree>
    <p:extLst>
      <p:ext uri="{BB962C8B-B14F-4D97-AF65-F5344CB8AC3E}">
        <p14:creationId xmlns:p14="http://schemas.microsoft.com/office/powerpoint/2010/main" val="38604350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50542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835154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1044882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193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1510176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608448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689290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281766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943387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928940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6543351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0002834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4492225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928844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432462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24629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10/29/2025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2831282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1_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564170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487549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3641513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17169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703358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7739718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285297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13193306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0114450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4088185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311751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64244079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4887106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610198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4953337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466084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9705939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6552488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10/29/2025</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77565706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39577992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7F47CF-67C9-420C-80A5-E2069FF0C2DF}"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615163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16095870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4905365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1270397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18315869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C3BFE2-83B7-4B0A-B9D3-AB28331082B3}"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0631985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EF78E3-FDA3-4D28-AAA2-0B81F349A39D}"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8898787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1D2AC3-6A0B-4169-B1EA-E3AE8B351BDD}"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715669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4B9363-8B87-41B7-9F8E-64519CBB8F34}"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06669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EF5746-5284-4951-9F37-7AE924EDBCB7}"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7188988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398B29-7265-4A65-A2A4-6703C057B7C1}"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0906451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8FBA082-94DF-4C4B-A041-6624924AB0A8}"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2347199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27686C4-3AB5-4E0C-86CA-FB108C350AA9}" type="datetimeFigureOut">
              <a:rPr lang="en-US" dirty="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80948966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85494336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4346932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88638432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6469816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5349923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1_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313111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30298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21" Type="http://schemas.openxmlformats.org/officeDocument/2006/relationships/image" Target="../media/image7.png"/><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6.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5.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image" Target="../media/image9.png"/><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theme" Target="../theme/theme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theme" Target="../theme/theme4.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21" Type="http://schemas.openxmlformats.org/officeDocument/2006/relationships/slideLayout" Target="../slideLayouts/slideLayout90.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slideLayout" Target="../slideLayouts/slideLayout89.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24" Type="http://schemas.openxmlformats.org/officeDocument/2006/relationships/image" Target="../media/image15.jpg"/><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theme" Target="../theme/theme5.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10/29/2025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10/29/2025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23153629"/>
      </p:ext>
    </p:extLst>
  </p:cSld>
  <p:clrMap bg1="dk1" tx1="lt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0">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10/29/2025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3089264937"/>
      </p:ext>
    </p:extLst>
  </p:cSld>
  <p:clrMap bg1="dk1" tx1="lt1" bg2="dk2"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10/29/2025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389644821"/>
      </p:ext>
    </p:extLst>
  </p:cSld>
  <p:clrMap bg1="dk1" tx1="lt1" bg2="dk2" tx2="lt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C35BB1C6-BF8F-4481-8AB2-603A1C8A906A}" type="datetimeFigureOut">
              <a:rPr lang="en-US" dirty="0"/>
              <a:t>10/29/2025</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1889417379"/>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Ls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137.xml"/><Relationship Id="rId13" Type="http://schemas.openxmlformats.org/officeDocument/2006/relationships/slide" Target="slide201.xml"/><Relationship Id="rId18" Type="http://schemas.openxmlformats.org/officeDocument/2006/relationships/slide" Target="slide169.xml"/><Relationship Id="rId3" Type="http://schemas.openxmlformats.org/officeDocument/2006/relationships/slide" Target="slide5.xml"/><Relationship Id="rId7" Type="http://schemas.openxmlformats.org/officeDocument/2006/relationships/slide" Target="slide97.xml"/><Relationship Id="rId12" Type="http://schemas.openxmlformats.org/officeDocument/2006/relationships/slide" Target="slide185.xml"/><Relationship Id="rId17" Type="http://schemas.openxmlformats.org/officeDocument/2006/relationships/slide" Target="slide115.xml"/><Relationship Id="rId2" Type="http://schemas.openxmlformats.org/officeDocument/2006/relationships/slideLayout" Target="../slideLayouts/slideLayout56.xml"/><Relationship Id="rId16" Type="http://schemas.openxmlformats.org/officeDocument/2006/relationships/slide" Target="slide246.xml"/><Relationship Id="rId20" Type="http://schemas.openxmlformats.org/officeDocument/2006/relationships/slide" Target="slide84.xml"/><Relationship Id="rId1" Type="http://schemas.openxmlformats.org/officeDocument/2006/relationships/themeOverride" Target="../theme/themeOverride1.xml"/><Relationship Id="rId6" Type="http://schemas.openxmlformats.org/officeDocument/2006/relationships/slide" Target="slide67.xml"/><Relationship Id="rId11" Type="http://schemas.openxmlformats.org/officeDocument/2006/relationships/slide" Target="slide120.xml"/><Relationship Id="rId5" Type="http://schemas.openxmlformats.org/officeDocument/2006/relationships/slide" Target="slide39.xml"/><Relationship Id="rId15" Type="http://schemas.openxmlformats.org/officeDocument/2006/relationships/slide" Target="slide231.xml"/><Relationship Id="rId10" Type="http://schemas.openxmlformats.org/officeDocument/2006/relationships/slide" Target="slide170.xml"/><Relationship Id="rId19" Type="http://schemas.openxmlformats.org/officeDocument/2006/relationships/slide" Target="slide54.xml"/><Relationship Id="rId4" Type="http://schemas.openxmlformats.org/officeDocument/2006/relationships/slide" Target="slide23.xml"/><Relationship Id="rId9" Type="http://schemas.openxmlformats.org/officeDocument/2006/relationships/slide" Target="slide152.xml"/><Relationship Id="rId14" Type="http://schemas.openxmlformats.org/officeDocument/2006/relationships/slide" Target="slide2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4.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57.xml"/><Relationship Id="rId1" Type="http://schemas.openxmlformats.org/officeDocument/2006/relationships/themeOverride" Target="../theme/themeOverride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88.xml"/><Relationship Id="rId1" Type="http://schemas.openxmlformats.org/officeDocument/2006/relationships/themeOverride" Target="../theme/themeOverride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88.xml"/><Relationship Id="rId1" Type="http://schemas.openxmlformats.org/officeDocument/2006/relationships/themeOverride" Target="../theme/themeOverride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slideLayout" Target="../slideLayouts/slideLayout88.xml"/><Relationship Id="rId1" Type="http://schemas.openxmlformats.org/officeDocument/2006/relationships/themeOverride" Target="../theme/themeOverride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slideLayout" Target="../slideLayouts/slideLayout88.xml"/><Relationship Id="rId1" Type="http://schemas.openxmlformats.org/officeDocument/2006/relationships/themeOverride" Target="../theme/themeOverride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slideLayout" Target="../slideLayouts/slideLayout88.xml"/><Relationship Id="rId1" Type="http://schemas.openxmlformats.org/officeDocument/2006/relationships/themeOverride" Target="../theme/themeOverride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slideLayout" Target="../slideLayouts/slideLayout88.xml"/><Relationship Id="rId1" Type="http://schemas.openxmlformats.org/officeDocument/2006/relationships/themeOverride" Target="../theme/themeOverride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slideLayout" Target="../slideLayouts/slideLayout88.xml"/><Relationship Id="rId1" Type="http://schemas.openxmlformats.org/officeDocument/2006/relationships/themeOverride" Target="../theme/themeOverride1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slideLayout" Target="../slideLayouts/slideLayout88.xml"/><Relationship Id="rId1" Type="http://schemas.openxmlformats.org/officeDocument/2006/relationships/themeOverride" Target="../theme/themeOverride1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slideLayout" Target="../slideLayouts/slideLayout88.xml"/><Relationship Id="rId1" Type="http://schemas.openxmlformats.org/officeDocument/2006/relationships/themeOverride" Target="../theme/themeOverride1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89.xml"/><Relationship Id="rId1" Type="http://schemas.openxmlformats.org/officeDocument/2006/relationships/themeOverride" Target="../theme/themeOverride13.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14.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15.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16.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17.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71.xml"/><Relationship Id="rId1" Type="http://schemas.openxmlformats.org/officeDocument/2006/relationships/themeOverride" Target="../theme/themeOverride18.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19.xml"/></Relationships>
</file>

<file path=ppt/slides/_rels/slide10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78.xml"/><Relationship Id="rId1" Type="http://schemas.openxmlformats.org/officeDocument/2006/relationships/themeOverride" Target="../theme/themeOverride20.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21.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2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23.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24.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25.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26.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27.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28.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88.xml"/><Relationship Id="rId1" Type="http://schemas.openxmlformats.org/officeDocument/2006/relationships/themeOverride" Target="../theme/themeOverride29.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90.xml"/><Relationship Id="rId1" Type="http://schemas.openxmlformats.org/officeDocument/2006/relationships/themeOverride" Target="../theme/themeOverride30.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91.xml"/><Relationship Id="rId1" Type="http://schemas.openxmlformats.org/officeDocument/2006/relationships/themeOverride" Target="../theme/themeOverride31.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32.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2.xml"/><Relationship Id="rId1" Type="http://schemas.openxmlformats.org/officeDocument/2006/relationships/themeOverride" Target="../theme/themeOverride3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17.xml.rels><?xml version="1.0" encoding="UTF-8" standalone="yes"?>
<Relationships xmlns="http://schemas.openxmlformats.org/package/2006/relationships"><Relationship Id="rId2" Type="http://schemas.openxmlformats.org/officeDocument/2006/relationships/hyperlink" Target="mailto:jdoerr@neumont.edu" TargetMode="External"/><Relationship Id="rId1" Type="http://schemas.openxmlformats.org/officeDocument/2006/relationships/slideLayout" Target="../slideLayouts/slideLayout5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87.xml"/><Relationship Id="rId1" Type="http://schemas.openxmlformats.org/officeDocument/2006/relationships/themeOverride" Target="../theme/themeOverride34.xml"/></Relationships>
</file>

<file path=ppt/slides/_rels/slide12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slideLayout" Target="../slideLayouts/slideLayout88.xml"/><Relationship Id="rId1" Type="http://schemas.openxmlformats.org/officeDocument/2006/relationships/themeOverride" Target="../theme/themeOverride3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71.xml"/><Relationship Id="rId1" Type="http://schemas.openxmlformats.org/officeDocument/2006/relationships/themeOverride" Target="../theme/themeOverride36.xml"/></Relationships>
</file>

<file path=ppt/slides/_rels/slide12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7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0.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78.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2.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78.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0.xml"/></Relationships>
</file>

<file path=ppt/slides/_rels/slide1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169.xml.rels><?xml version="1.0" encoding="UTF-8" standalone="yes"?>
<Relationships xmlns="http://schemas.openxmlformats.org/package/2006/relationships"><Relationship Id="rId2" Type="http://schemas.openxmlformats.org/officeDocument/2006/relationships/slideLayout" Target="../slideLayouts/slideLayout57.xml"/><Relationship Id="rId1" Type="http://schemas.openxmlformats.org/officeDocument/2006/relationships/themeOverride" Target="../theme/themeOverride3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0.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png"/><Relationship Id="rId7" Type="http://schemas.openxmlformats.org/officeDocument/2006/relationships/diagramColors" Target="../diagrams/colors16.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3EE8F9-9A07-A9D1-BA1E-D0D3D7C6D0C6}"/>
              </a:ext>
            </a:extLst>
          </p:cNvPr>
          <p:cNvSpPr>
            <a:spLocks noGrp="1"/>
          </p:cNvSpPr>
          <p:nvPr>
            <p:ph type="title"/>
          </p:nvPr>
        </p:nvSpPr>
        <p:spPr/>
        <p:txBody>
          <a:bodyPr/>
          <a:lstStyle/>
          <a:p>
            <a:r>
              <a:rPr lang="en-US" dirty="0"/>
              <a:t>Links</a:t>
            </a:r>
          </a:p>
        </p:txBody>
      </p:sp>
      <p:sp>
        <p:nvSpPr>
          <p:cNvPr id="5" name="Content Placeholder 4">
            <a:extLst>
              <a:ext uri="{FF2B5EF4-FFF2-40B4-BE49-F238E27FC236}">
                <a16:creationId xmlns:a16="http://schemas.microsoft.com/office/drawing/2014/main" id="{5E6E55D0-9E1F-71CC-8031-8B43E13D5164}"/>
              </a:ext>
            </a:extLst>
          </p:cNvPr>
          <p:cNvSpPr>
            <a:spLocks noGrp="1"/>
          </p:cNvSpPr>
          <p:nvPr>
            <p:ph sz="half" idx="1"/>
          </p:nvPr>
        </p:nvSpPr>
        <p:spPr/>
        <p:txBody>
          <a:bodyPr>
            <a:normAutofit fontScale="55000" lnSpcReduction="20000"/>
          </a:bodyPr>
          <a:lstStyle/>
          <a:p>
            <a:r>
              <a:rPr lang="en-US" dirty="0">
                <a:hlinkClick r:id="rId3" action="ppaction://hlinksldjump"/>
              </a:rPr>
              <a:t>Singleton</a:t>
            </a:r>
            <a:endParaRPr lang="en-US" dirty="0"/>
          </a:p>
          <a:p>
            <a:r>
              <a:rPr lang="en-US" dirty="0">
                <a:hlinkClick r:id="rId4" action="ppaction://hlinksldjump"/>
              </a:rPr>
              <a:t>Factory</a:t>
            </a:r>
            <a:endParaRPr lang="en-US" dirty="0"/>
          </a:p>
          <a:p>
            <a:r>
              <a:rPr lang="en-US" dirty="0">
                <a:hlinkClick r:id="rId5" action="ppaction://hlinksldjump"/>
              </a:rPr>
              <a:t>Abstract Factory</a:t>
            </a:r>
            <a:endParaRPr lang="en-US" dirty="0"/>
          </a:p>
          <a:p>
            <a:r>
              <a:rPr lang="en-US" dirty="0">
                <a:hlinkClick r:id="rId6" action="ppaction://hlinksldjump"/>
              </a:rPr>
              <a:t>State</a:t>
            </a:r>
            <a:endParaRPr lang="en-US" dirty="0"/>
          </a:p>
          <a:p>
            <a:r>
              <a:rPr lang="en-US" dirty="0">
                <a:hlinkClick r:id="rId7" action="ppaction://hlinksldjump"/>
              </a:rPr>
              <a:t>Strategy</a:t>
            </a:r>
            <a:endParaRPr lang="en-US" dirty="0"/>
          </a:p>
          <a:p>
            <a:r>
              <a:rPr lang="en-US" dirty="0">
                <a:hlinkClick r:id="rId8" action="ppaction://hlinksldjump"/>
              </a:rPr>
              <a:t>Façade</a:t>
            </a:r>
            <a:endParaRPr lang="en-US" dirty="0"/>
          </a:p>
          <a:p>
            <a:r>
              <a:rPr lang="en-US" dirty="0">
                <a:hlinkClick r:id="rId9" action="ppaction://hlinksldjump"/>
              </a:rPr>
              <a:t>Adapter</a:t>
            </a:r>
            <a:endParaRPr lang="en-US" dirty="0"/>
          </a:p>
          <a:p>
            <a:r>
              <a:rPr lang="en-US" dirty="0">
                <a:hlinkClick r:id="rId10" action="ppaction://hlinksldjump"/>
              </a:rPr>
              <a:t>Bridge</a:t>
            </a:r>
            <a:endParaRPr lang="en-US" dirty="0"/>
          </a:p>
          <a:p>
            <a:r>
              <a:rPr lang="en-US" dirty="0">
                <a:hlinkClick r:id="rId11" action="ppaction://hlinksldjump"/>
              </a:rPr>
              <a:t>Observer</a:t>
            </a:r>
            <a:endParaRPr lang="en-US" dirty="0"/>
          </a:p>
          <a:p>
            <a:r>
              <a:rPr lang="en-US" dirty="0">
                <a:hlinkClick r:id="rId12" action="ppaction://hlinksldjump"/>
              </a:rPr>
              <a:t>Iterator</a:t>
            </a:r>
            <a:endParaRPr lang="en-US" dirty="0"/>
          </a:p>
          <a:p>
            <a:r>
              <a:rPr lang="en-US" dirty="0">
                <a:hlinkClick r:id="rId13" action="ppaction://hlinksldjump"/>
              </a:rPr>
              <a:t>Proxy</a:t>
            </a:r>
            <a:endParaRPr lang="en-US" dirty="0"/>
          </a:p>
          <a:p>
            <a:r>
              <a:rPr lang="en-US" dirty="0">
                <a:hlinkClick r:id="rId14" action="ppaction://hlinksldjump"/>
              </a:rPr>
              <a:t>Flyweight</a:t>
            </a:r>
            <a:endParaRPr lang="en-US" dirty="0"/>
          </a:p>
          <a:p>
            <a:endParaRPr lang="en-US" dirty="0"/>
          </a:p>
          <a:p>
            <a:endParaRPr lang="en-US" dirty="0"/>
          </a:p>
          <a:p>
            <a:endParaRPr lang="en-US" dirty="0"/>
          </a:p>
        </p:txBody>
      </p:sp>
      <p:sp>
        <p:nvSpPr>
          <p:cNvPr id="6" name="Content Placeholder 5">
            <a:extLst>
              <a:ext uri="{FF2B5EF4-FFF2-40B4-BE49-F238E27FC236}">
                <a16:creationId xmlns:a16="http://schemas.microsoft.com/office/drawing/2014/main" id="{3DC3217A-3493-E8C1-DEB9-66A0EA95A1A1}"/>
              </a:ext>
            </a:extLst>
          </p:cNvPr>
          <p:cNvSpPr>
            <a:spLocks noGrp="1"/>
          </p:cNvSpPr>
          <p:nvPr>
            <p:ph sz="half" idx="2"/>
          </p:nvPr>
        </p:nvSpPr>
        <p:spPr/>
        <p:txBody>
          <a:bodyPr>
            <a:normAutofit fontScale="55000" lnSpcReduction="20000"/>
          </a:bodyPr>
          <a:lstStyle/>
          <a:p>
            <a:r>
              <a:rPr lang="en-US" dirty="0">
                <a:hlinkClick r:id="rId15" action="ppaction://hlinksldjump"/>
              </a:rPr>
              <a:t>Decorator</a:t>
            </a:r>
            <a:endParaRPr lang="en-US" dirty="0"/>
          </a:p>
          <a:p>
            <a:r>
              <a:rPr lang="en-US" dirty="0">
                <a:hlinkClick r:id="rId16" action="ppaction://hlinksldjump"/>
              </a:rPr>
              <a:t>Mediator</a:t>
            </a:r>
            <a:endParaRPr lang="en-US" dirty="0"/>
          </a:p>
          <a:p>
            <a:r>
              <a:rPr lang="en-US" dirty="0">
                <a:hlinkClick r:id="rId17" action="ppaction://hlinksldjump"/>
              </a:rPr>
              <a:t>Assignment Details</a:t>
            </a:r>
            <a:endParaRPr lang="en-US" dirty="0"/>
          </a:p>
          <a:p>
            <a:r>
              <a:rPr lang="en-US" dirty="0"/>
              <a:t>SOLID</a:t>
            </a:r>
          </a:p>
          <a:p>
            <a:r>
              <a:rPr lang="en-US" dirty="0">
                <a:hlinkClick r:id="rId18" action="ppaction://hlinksldjump"/>
              </a:rPr>
              <a:t>Design Pattern Types</a:t>
            </a:r>
            <a:endParaRPr lang="en-US" dirty="0"/>
          </a:p>
          <a:p>
            <a:r>
              <a:rPr lang="en-US" dirty="0">
                <a:hlinkClick r:id="rId19" action="ppaction://hlinksldjump"/>
              </a:rPr>
              <a:t>Enumerating Cases</a:t>
            </a:r>
            <a:endParaRPr lang="en-US" dirty="0"/>
          </a:p>
          <a:p>
            <a:r>
              <a:rPr lang="en-US" dirty="0">
                <a:hlinkClick r:id="rId20" action="ppaction://hlinksldjump"/>
              </a:rPr>
              <a:t>Layering</a:t>
            </a:r>
            <a:endParaRPr lang="en-US" dirty="0"/>
          </a:p>
          <a:p>
            <a:pPr marL="0" indent="0">
              <a:buNone/>
            </a:pPr>
            <a:endParaRPr lang="en-US" dirty="0"/>
          </a:p>
        </p:txBody>
      </p:sp>
    </p:spTree>
    <p:extLst>
      <p:ext uri="{BB962C8B-B14F-4D97-AF65-F5344CB8AC3E}">
        <p14:creationId xmlns:p14="http://schemas.microsoft.com/office/powerpoint/2010/main" val="223751139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8EFDE-1644-B51E-ADF9-9C6A60D2B96E}"/>
              </a:ext>
            </a:extLst>
          </p:cNvPr>
          <p:cNvSpPr>
            <a:spLocks noGrp="1"/>
          </p:cNvSpPr>
          <p:nvPr>
            <p:ph type="ctrTitle"/>
          </p:nvPr>
        </p:nvSpPr>
        <p:spPr/>
        <p:txBody>
          <a:bodyPr/>
          <a:lstStyle/>
          <a:p>
            <a:r>
              <a:rPr lang="en-US" dirty="0"/>
              <a:t>Design Patterns</a:t>
            </a:r>
          </a:p>
        </p:txBody>
      </p:sp>
      <p:sp>
        <p:nvSpPr>
          <p:cNvPr id="4" name="Subtitle 3">
            <a:extLst>
              <a:ext uri="{FF2B5EF4-FFF2-40B4-BE49-F238E27FC236}">
                <a16:creationId xmlns:a16="http://schemas.microsoft.com/office/drawing/2014/main" id="{BDF60829-A712-9459-A0EA-4290D2E2110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54134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1E1-BCDC-C6DA-09FA-620537CDEFFE}"/>
              </a:ext>
            </a:extLst>
          </p:cNvPr>
          <p:cNvSpPr>
            <a:spLocks noGrp="1"/>
          </p:cNvSpPr>
          <p:nvPr>
            <p:ph type="title"/>
          </p:nvPr>
        </p:nvSpPr>
        <p:spPr/>
        <p:txBody>
          <a:bodyPr/>
          <a:lstStyle/>
          <a:p>
            <a:r>
              <a:rPr lang="en-US" dirty="0"/>
              <a:t>How I will present each design Pattern</a:t>
            </a:r>
          </a:p>
        </p:txBody>
      </p:sp>
      <p:sp>
        <p:nvSpPr>
          <p:cNvPr id="3" name="Content Placeholder 2">
            <a:extLst>
              <a:ext uri="{FF2B5EF4-FFF2-40B4-BE49-F238E27FC236}">
                <a16:creationId xmlns:a16="http://schemas.microsoft.com/office/drawing/2014/main" id="{C0DE134F-F7A5-E47E-1EBF-BD799895A3C6}"/>
              </a:ext>
            </a:extLst>
          </p:cNvPr>
          <p:cNvSpPr>
            <a:spLocks noGrp="1"/>
          </p:cNvSpPr>
          <p:nvPr>
            <p:ph idx="1"/>
          </p:nvPr>
        </p:nvSpPr>
        <p:spPr/>
        <p:txBody>
          <a:bodyPr/>
          <a:lstStyle/>
          <a:p>
            <a:pPr marL="342900" indent="-342900">
              <a:buAutoNum type="arabicPeriod"/>
            </a:pPr>
            <a:r>
              <a:rPr lang="en-US" dirty="0"/>
              <a:t>Discuss Prerequisites of learning this pattern.</a:t>
            </a:r>
          </a:p>
          <a:p>
            <a:pPr marL="342900" indent="-342900">
              <a:buAutoNum type="arabicPeriod"/>
            </a:pPr>
            <a:r>
              <a:rPr lang="en-US" dirty="0"/>
              <a:t>Discuss the code problems this design pattern is intended to help solve.</a:t>
            </a:r>
          </a:p>
          <a:p>
            <a:pPr marL="342900" indent="-342900">
              <a:buAutoNum type="arabicPeriod"/>
            </a:pPr>
            <a:r>
              <a:rPr lang="en-US" dirty="0"/>
              <a:t>Define the pattern including the original Gang of Four definition and UML</a:t>
            </a:r>
          </a:p>
          <a:p>
            <a:pPr marL="342900" indent="-342900">
              <a:buAutoNum type="arabicPeriod"/>
            </a:pPr>
            <a:r>
              <a:rPr lang="en-US" dirty="0"/>
              <a:t>Discuss how this pattern helps achieve SOLID software development principles.</a:t>
            </a:r>
          </a:p>
          <a:p>
            <a:pPr marL="342900" indent="-342900">
              <a:buAutoNum type="arabicPeriod"/>
            </a:pPr>
            <a:r>
              <a:rPr lang="en-US" dirty="0"/>
              <a:t>Discuss real-world scenarios where you would use this design pattern.</a:t>
            </a:r>
          </a:p>
          <a:p>
            <a:pPr marL="342900" indent="-342900">
              <a:buAutoNum type="arabicPeriod"/>
            </a:pPr>
            <a:r>
              <a:rPr lang="en-US" dirty="0"/>
              <a:t>An implementation of one of these real-world scenarios.</a:t>
            </a:r>
          </a:p>
        </p:txBody>
      </p:sp>
    </p:spTree>
    <p:extLst>
      <p:ext uri="{BB962C8B-B14F-4D97-AF65-F5344CB8AC3E}">
        <p14:creationId xmlns:p14="http://schemas.microsoft.com/office/powerpoint/2010/main" val="28214262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53D77-8251-025E-F87F-33A91EA00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F6D15-20BC-B661-AA39-E712DD14FCED}"/>
              </a:ext>
            </a:extLst>
          </p:cNvPr>
          <p:cNvSpPr>
            <a:spLocks noGrp="1"/>
          </p:cNvSpPr>
          <p:nvPr>
            <p:ph type="ctrTitle"/>
          </p:nvPr>
        </p:nvSpPr>
        <p:spPr/>
        <p:txBody>
          <a:bodyPr/>
          <a:lstStyle/>
          <a:p>
            <a:r>
              <a:rPr lang="en-US" dirty="0"/>
              <a:t>Week 2</a:t>
            </a:r>
          </a:p>
        </p:txBody>
      </p:sp>
      <p:sp>
        <p:nvSpPr>
          <p:cNvPr id="3" name="Subtitle 2">
            <a:extLst>
              <a:ext uri="{FF2B5EF4-FFF2-40B4-BE49-F238E27FC236}">
                <a16:creationId xmlns:a16="http://schemas.microsoft.com/office/drawing/2014/main" id="{2C57ED52-B363-9D9C-A3A2-C2455EE6D895}"/>
              </a:ext>
            </a:extLst>
          </p:cNvPr>
          <p:cNvSpPr>
            <a:spLocks noGrp="1"/>
          </p:cNvSpPr>
          <p:nvPr>
            <p:ph type="subTitle" idx="1"/>
          </p:nvPr>
        </p:nvSpPr>
        <p:spPr/>
        <p:txBody>
          <a:bodyPr/>
          <a:lstStyle/>
          <a:p>
            <a:r>
              <a:rPr lang="en-US" dirty="0"/>
              <a:t>Singelton and Factory Patterns</a:t>
            </a:r>
          </a:p>
        </p:txBody>
      </p:sp>
    </p:spTree>
    <p:extLst>
      <p:ext uri="{BB962C8B-B14F-4D97-AF65-F5344CB8AC3E}">
        <p14:creationId xmlns:p14="http://schemas.microsoft.com/office/powerpoint/2010/main" val="311324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38A91-8890-B1F5-BDED-7073C1AB92F1}"/>
              </a:ext>
            </a:extLst>
          </p:cNvPr>
          <p:cNvSpPr>
            <a:spLocks noGrp="1"/>
          </p:cNvSpPr>
          <p:nvPr>
            <p:ph type="title"/>
          </p:nvPr>
        </p:nvSpPr>
        <p:spPr/>
        <p:txBody>
          <a:bodyPr/>
          <a:lstStyle/>
          <a:p>
            <a:r>
              <a:rPr lang="en-US" dirty="0"/>
              <a:t>Singleton Design Pattern</a:t>
            </a:r>
          </a:p>
        </p:txBody>
      </p:sp>
      <p:sp>
        <p:nvSpPr>
          <p:cNvPr id="5" name="Text Placeholder 4">
            <a:extLst>
              <a:ext uri="{FF2B5EF4-FFF2-40B4-BE49-F238E27FC236}">
                <a16:creationId xmlns:a16="http://schemas.microsoft.com/office/drawing/2014/main" id="{690D1B9E-1AEC-A14C-C512-296BA80F9772}"/>
              </a:ext>
            </a:extLst>
          </p:cNvPr>
          <p:cNvSpPr>
            <a:spLocks noGrp="1"/>
          </p:cNvSpPr>
          <p:nvPr>
            <p:ph type="body" idx="1"/>
          </p:nvPr>
        </p:nvSpPr>
        <p:spPr/>
        <p:txBody>
          <a:bodyPr/>
          <a:lstStyle/>
          <a:p>
            <a:r>
              <a:rPr lang="en-US" dirty="0"/>
              <a:t>Your first pattern</a:t>
            </a:r>
          </a:p>
        </p:txBody>
      </p:sp>
    </p:spTree>
    <p:extLst>
      <p:ext uri="{BB962C8B-B14F-4D97-AF65-F5344CB8AC3E}">
        <p14:creationId xmlns:p14="http://schemas.microsoft.com/office/powerpoint/2010/main" val="3781171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461C-5821-4613-EB2D-0D14A22E163F}"/>
              </a:ext>
            </a:extLst>
          </p:cNvPr>
          <p:cNvSpPr>
            <a:spLocks noGrp="1"/>
          </p:cNvSpPr>
          <p:nvPr>
            <p:ph type="title"/>
          </p:nvPr>
        </p:nvSpPr>
        <p:spPr/>
        <p:txBody>
          <a:bodyPr/>
          <a:lstStyle/>
          <a:p>
            <a:r>
              <a:rPr lang="en-US" dirty="0"/>
              <a:t>Singleton Prerequisite</a:t>
            </a:r>
          </a:p>
        </p:txBody>
      </p:sp>
      <p:sp>
        <p:nvSpPr>
          <p:cNvPr id="3" name="Text Placeholder 2">
            <a:extLst>
              <a:ext uri="{FF2B5EF4-FFF2-40B4-BE49-F238E27FC236}">
                <a16:creationId xmlns:a16="http://schemas.microsoft.com/office/drawing/2014/main" id="{10962CBD-D0E6-2418-88BB-0E0A8CF2AD0F}"/>
              </a:ext>
            </a:extLst>
          </p:cNvPr>
          <p:cNvSpPr>
            <a:spLocks noGrp="1"/>
          </p:cNvSpPr>
          <p:nvPr>
            <p:ph type="body" idx="1"/>
          </p:nvPr>
        </p:nvSpPr>
        <p:spPr/>
        <p:txBody>
          <a:bodyPr/>
          <a:lstStyle/>
          <a:p>
            <a:r>
              <a:rPr lang="en-US" dirty="0"/>
              <a:t>IOC Container</a:t>
            </a:r>
          </a:p>
        </p:txBody>
      </p:sp>
    </p:spTree>
    <p:extLst>
      <p:ext uri="{BB962C8B-B14F-4D97-AF65-F5344CB8AC3E}">
        <p14:creationId xmlns:p14="http://schemas.microsoft.com/office/powerpoint/2010/main" val="3120893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5CC284-0C99-DDAA-A0D6-1354002749F5}"/>
              </a:ext>
            </a:extLst>
          </p:cNvPr>
          <p:cNvSpPr>
            <a:spLocks noGrp="1"/>
          </p:cNvSpPr>
          <p:nvPr>
            <p:ph type="title"/>
          </p:nvPr>
        </p:nvSpPr>
        <p:spPr/>
        <p:txBody>
          <a:bodyPr/>
          <a:lstStyle/>
          <a:p>
            <a:r>
              <a:rPr lang="en-US" dirty="0"/>
              <a:t>What is an IOC container</a:t>
            </a:r>
          </a:p>
        </p:txBody>
      </p:sp>
      <p:sp>
        <p:nvSpPr>
          <p:cNvPr id="5" name="Content Placeholder 4">
            <a:extLst>
              <a:ext uri="{FF2B5EF4-FFF2-40B4-BE49-F238E27FC236}">
                <a16:creationId xmlns:a16="http://schemas.microsoft.com/office/drawing/2014/main" id="{F5D98DCB-CA36-641D-22C1-D3B5E8DE9B43}"/>
              </a:ext>
            </a:extLst>
          </p:cNvPr>
          <p:cNvSpPr>
            <a:spLocks noGrp="1"/>
          </p:cNvSpPr>
          <p:nvPr>
            <p:ph idx="1"/>
          </p:nvPr>
        </p:nvSpPr>
        <p:spPr/>
        <p:txBody>
          <a:bodyPr/>
          <a:lstStyle/>
          <a:p>
            <a:r>
              <a:rPr lang="en-US" dirty="0"/>
              <a:t>An IOC container is a way to resolve dependency trees when using Dependency Inversion.</a:t>
            </a:r>
          </a:p>
          <a:p>
            <a:r>
              <a:rPr lang="en-US" dirty="0"/>
              <a:t>Because dependency inversion requires a lot of instantiation of classes and IOC container can help you resolve an entire dependency tree.</a:t>
            </a:r>
          </a:p>
          <a:p>
            <a:r>
              <a:rPr lang="en-US" dirty="0"/>
              <a:t>“IOC containers allow you to register interfaces and map them to concrete implementations. When resolving dependencies, the container instantiates the required objects and injects them where needed.”</a:t>
            </a:r>
          </a:p>
          <a:p>
            <a:r>
              <a:rPr lang="en-US" dirty="0"/>
              <a:t>IOC containers help a system be more open closed by relying on abstractions rather than concrete classes.</a:t>
            </a:r>
          </a:p>
          <a:p>
            <a:r>
              <a:rPr lang="en-US" dirty="0"/>
              <a:t>It also makes Dependency Inversion much easier.</a:t>
            </a:r>
          </a:p>
          <a:p>
            <a:r>
              <a:rPr lang="en-US" dirty="0"/>
              <a:t>Finally It allows singleton objects to not need static methods improving testability.</a:t>
            </a:r>
          </a:p>
        </p:txBody>
      </p:sp>
    </p:spTree>
    <p:extLst>
      <p:ext uri="{BB962C8B-B14F-4D97-AF65-F5344CB8AC3E}">
        <p14:creationId xmlns:p14="http://schemas.microsoft.com/office/powerpoint/2010/main" val="69359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D98C-FB6B-B845-60C5-6C4503744826}"/>
              </a:ext>
            </a:extLst>
          </p:cNvPr>
          <p:cNvSpPr>
            <a:spLocks noGrp="1"/>
          </p:cNvSpPr>
          <p:nvPr>
            <p:ph type="title"/>
          </p:nvPr>
        </p:nvSpPr>
        <p:spPr/>
        <p:txBody>
          <a:bodyPr/>
          <a:lstStyle/>
          <a:p>
            <a:r>
              <a:rPr lang="en-US" dirty="0"/>
              <a:t>IOC and Singleton</a:t>
            </a:r>
          </a:p>
        </p:txBody>
      </p:sp>
      <p:sp>
        <p:nvSpPr>
          <p:cNvPr id="3" name="Content Placeholder 2">
            <a:extLst>
              <a:ext uri="{FF2B5EF4-FFF2-40B4-BE49-F238E27FC236}">
                <a16:creationId xmlns:a16="http://schemas.microsoft.com/office/drawing/2014/main" id="{56DD31C3-4258-5260-F60C-ECE3CC7C9D01}"/>
              </a:ext>
            </a:extLst>
          </p:cNvPr>
          <p:cNvSpPr>
            <a:spLocks noGrp="1"/>
          </p:cNvSpPr>
          <p:nvPr>
            <p:ph idx="1"/>
          </p:nvPr>
        </p:nvSpPr>
        <p:spPr/>
        <p:txBody>
          <a:bodyPr/>
          <a:lstStyle/>
          <a:p>
            <a:pPr marL="0" indent="0">
              <a:buNone/>
            </a:pPr>
            <a:r>
              <a:rPr lang="en-US" dirty="0"/>
              <a:t>We will still teach how to implement a normal singleton pattern.</a:t>
            </a:r>
          </a:p>
          <a:p>
            <a:pPr marL="0" indent="0">
              <a:buNone/>
            </a:pPr>
            <a:r>
              <a:rPr lang="en-US" dirty="0"/>
              <a:t>IOC containers can however provide the same functionality without having to implement singleton from scratch.</a:t>
            </a:r>
          </a:p>
          <a:p>
            <a:pPr marL="0" indent="0">
              <a:buNone/>
            </a:pPr>
            <a:r>
              <a:rPr lang="en-US" dirty="0"/>
              <a:t>The demos we will use will implement it both ways.</a:t>
            </a:r>
          </a:p>
        </p:txBody>
      </p:sp>
    </p:spTree>
    <p:extLst>
      <p:ext uri="{BB962C8B-B14F-4D97-AF65-F5344CB8AC3E}">
        <p14:creationId xmlns:p14="http://schemas.microsoft.com/office/powerpoint/2010/main" val="1707009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87E2E-81EE-6152-7C58-32CDA59DC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3F119-9369-06AE-BC1F-E0E440DADC6F}"/>
              </a:ext>
            </a:extLst>
          </p:cNvPr>
          <p:cNvSpPr>
            <a:spLocks noGrp="1"/>
          </p:cNvSpPr>
          <p:nvPr>
            <p:ph type="title"/>
          </p:nvPr>
        </p:nvSpPr>
        <p:spPr/>
        <p:txBody>
          <a:bodyPr/>
          <a:lstStyle/>
          <a:p>
            <a:r>
              <a:rPr lang="en-US" dirty="0"/>
              <a:t>Singleton Defined</a:t>
            </a:r>
          </a:p>
        </p:txBody>
      </p:sp>
      <p:sp>
        <p:nvSpPr>
          <p:cNvPr id="3" name="Text Placeholder 2">
            <a:extLst>
              <a:ext uri="{FF2B5EF4-FFF2-40B4-BE49-F238E27FC236}">
                <a16:creationId xmlns:a16="http://schemas.microsoft.com/office/drawing/2014/main" id="{748456A8-4AF6-C867-7E8E-B385FF9B50C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84765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16AD5-CCA0-7D27-797E-741B58E296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AE7844-D101-3214-A4D9-6483E12D5E42}"/>
              </a:ext>
            </a:extLst>
          </p:cNvPr>
          <p:cNvSpPr>
            <a:spLocks noGrp="1"/>
          </p:cNvSpPr>
          <p:nvPr>
            <p:ph type="title"/>
          </p:nvPr>
        </p:nvSpPr>
        <p:spPr/>
        <p:txBody>
          <a:bodyPr/>
          <a:lstStyle/>
          <a:p>
            <a:r>
              <a:rPr lang="en-US" dirty="0"/>
              <a:t>Gang of Four Definition</a:t>
            </a:r>
          </a:p>
        </p:txBody>
      </p:sp>
      <p:pic>
        <p:nvPicPr>
          <p:cNvPr id="8" name="Content Placeholder 7">
            <a:extLst>
              <a:ext uri="{FF2B5EF4-FFF2-40B4-BE49-F238E27FC236}">
                <a16:creationId xmlns:a16="http://schemas.microsoft.com/office/drawing/2014/main" id="{DC46541F-5245-6FD7-A430-347673E235DC}"/>
              </a:ext>
            </a:extLst>
          </p:cNvPr>
          <p:cNvPicPr>
            <a:picLocks noGrp="1" noChangeAspect="1"/>
          </p:cNvPicPr>
          <p:nvPr>
            <p:ph idx="1"/>
          </p:nvPr>
        </p:nvPicPr>
        <p:blipFill>
          <a:blip r:embed="rId2"/>
          <a:stretch>
            <a:fillRect/>
          </a:stretch>
        </p:blipFill>
        <p:spPr>
          <a:xfrm>
            <a:off x="5135293" y="1725105"/>
            <a:ext cx="5038835" cy="3044858"/>
          </a:xfrm>
        </p:spPr>
      </p:pic>
      <p:sp>
        <p:nvSpPr>
          <p:cNvPr id="6" name="Text Placeholder 5">
            <a:extLst>
              <a:ext uri="{FF2B5EF4-FFF2-40B4-BE49-F238E27FC236}">
                <a16:creationId xmlns:a16="http://schemas.microsoft.com/office/drawing/2014/main" id="{4BC5E23A-3D89-A561-BCD2-6A5D512967C1}"/>
              </a:ext>
            </a:extLst>
          </p:cNvPr>
          <p:cNvSpPr>
            <a:spLocks noGrp="1"/>
          </p:cNvSpPr>
          <p:nvPr>
            <p:ph type="body" sz="half" idx="2"/>
          </p:nvPr>
        </p:nvSpPr>
        <p:spPr/>
        <p:txBody>
          <a:bodyPr/>
          <a:lstStyle/>
          <a:p>
            <a:r>
              <a:rPr lang="en-US" dirty="0"/>
              <a:t>“Ensure a class has only one instance and provide a global point of access to it.”</a:t>
            </a:r>
          </a:p>
        </p:txBody>
      </p:sp>
    </p:spTree>
    <p:extLst>
      <p:ext uri="{BB962C8B-B14F-4D97-AF65-F5344CB8AC3E}">
        <p14:creationId xmlns:p14="http://schemas.microsoft.com/office/powerpoint/2010/main" val="304158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676AD0E-DEF3-95BC-E4E2-08D938511479}"/>
              </a:ext>
            </a:extLst>
          </p:cNvPr>
          <p:cNvSpPr>
            <a:spLocks noGrp="1"/>
          </p:cNvSpPr>
          <p:nvPr>
            <p:ph type="title"/>
          </p:nvPr>
        </p:nvSpPr>
        <p:spPr/>
        <p:txBody>
          <a:bodyPr/>
          <a:lstStyle/>
          <a:p>
            <a:r>
              <a:rPr lang="en-US" dirty="0"/>
              <a:t>Attributes of a singleton</a:t>
            </a:r>
          </a:p>
        </p:txBody>
      </p:sp>
      <p:sp>
        <p:nvSpPr>
          <p:cNvPr id="6" name="Content Placeholder 5">
            <a:extLst>
              <a:ext uri="{FF2B5EF4-FFF2-40B4-BE49-F238E27FC236}">
                <a16:creationId xmlns:a16="http://schemas.microsoft.com/office/drawing/2014/main" id="{9BB4E456-EF46-9172-FED5-19FE23F76A9D}"/>
              </a:ext>
            </a:extLst>
          </p:cNvPr>
          <p:cNvSpPr>
            <a:spLocks noGrp="1"/>
          </p:cNvSpPr>
          <p:nvPr>
            <p:ph idx="1"/>
          </p:nvPr>
        </p:nvSpPr>
        <p:spPr/>
        <p:txBody>
          <a:bodyPr/>
          <a:lstStyle/>
          <a:p>
            <a:r>
              <a:rPr lang="en-US" dirty="0"/>
              <a:t>A singleton is a class that controls its own instantiation.</a:t>
            </a:r>
          </a:p>
          <a:p>
            <a:r>
              <a:rPr lang="en-US" dirty="0"/>
              <a:t>A singleton can only create an instance of itself through a static constructor.</a:t>
            </a:r>
          </a:p>
          <a:p>
            <a:r>
              <a:rPr lang="en-US" dirty="0"/>
              <a:t>The first time a singleton’s constructor is invoked it creates a new instance of that class.</a:t>
            </a:r>
          </a:p>
          <a:p>
            <a:r>
              <a:rPr lang="en-US" dirty="0"/>
              <a:t>Subsequent invocations of the constructor return the same instance created in the first invocation.</a:t>
            </a:r>
          </a:p>
        </p:txBody>
      </p:sp>
    </p:spTree>
    <p:extLst>
      <p:ext uri="{BB962C8B-B14F-4D97-AF65-F5344CB8AC3E}">
        <p14:creationId xmlns:p14="http://schemas.microsoft.com/office/powerpoint/2010/main" val="3820649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9BA16-AAE1-718B-7591-C56F5CCA19AA}"/>
              </a:ext>
            </a:extLst>
          </p:cNvPr>
          <p:cNvSpPr>
            <a:spLocks noGrp="1"/>
          </p:cNvSpPr>
          <p:nvPr>
            <p:ph type="title"/>
          </p:nvPr>
        </p:nvSpPr>
        <p:spPr/>
        <p:txBody>
          <a:bodyPr/>
          <a:lstStyle/>
          <a:p>
            <a:r>
              <a:rPr lang="en-US" dirty="0"/>
              <a:t>Elements of a Singleton</a:t>
            </a:r>
          </a:p>
        </p:txBody>
      </p:sp>
      <p:sp>
        <p:nvSpPr>
          <p:cNvPr id="3" name="Content Placeholder 2">
            <a:extLst>
              <a:ext uri="{FF2B5EF4-FFF2-40B4-BE49-F238E27FC236}">
                <a16:creationId xmlns:a16="http://schemas.microsoft.com/office/drawing/2014/main" id="{EBA2E9F3-173A-516E-BD6E-CC8731958678}"/>
              </a:ext>
            </a:extLst>
          </p:cNvPr>
          <p:cNvSpPr>
            <a:spLocks noGrp="1"/>
          </p:cNvSpPr>
          <p:nvPr>
            <p:ph idx="1"/>
          </p:nvPr>
        </p:nvSpPr>
        <p:spPr/>
        <p:txBody>
          <a:bodyPr/>
          <a:lstStyle/>
          <a:p>
            <a:r>
              <a:rPr lang="en-US" dirty="0"/>
              <a:t>Private Constructor : Prevents external instantiation of the class.</a:t>
            </a:r>
          </a:p>
          <a:p>
            <a:r>
              <a:rPr lang="en-US" dirty="0"/>
              <a:t>Static Instance Variable : Holds the single instance of the class.</a:t>
            </a:r>
          </a:p>
          <a:p>
            <a:r>
              <a:rPr lang="en-US" dirty="0"/>
              <a:t>Public Static Accessor Method : Provides global access to the single instance.</a:t>
            </a:r>
          </a:p>
        </p:txBody>
      </p:sp>
    </p:spTree>
    <p:extLst>
      <p:ext uri="{BB962C8B-B14F-4D97-AF65-F5344CB8AC3E}">
        <p14:creationId xmlns:p14="http://schemas.microsoft.com/office/powerpoint/2010/main" val="267011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51E04-2FC8-77A9-58D7-B22A96726D93}"/>
              </a:ext>
            </a:extLst>
          </p:cNvPr>
          <p:cNvSpPr>
            <a:spLocks noGrp="1"/>
          </p:cNvSpPr>
          <p:nvPr>
            <p:ph type="title"/>
          </p:nvPr>
        </p:nvSpPr>
        <p:spPr/>
        <p:txBody>
          <a:bodyPr/>
          <a:lstStyle/>
          <a:p>
            <a:r>
              <a:rPr lang="en-US" dirty="0"/>
              <a:t>Benefits of a Singelton Pattern</a:t>
            </a:r>
          </a:p>
        </p:txBody>
      </p:sp>
      <p:sp>
        <p:nvSpPr>
          <p:cNvPr id="3" name="Content Placeholder 2">
            <a:extLst>
              <a:ext uri="{FF2B5EF4-FFF2-40B4-BE49-F238E27FC236}">
                <a16:creationId xmlns:a16="http://schemas.microsoft.com/office/drawing/2014/main" id="{EF34A624-1426-109C-9CAA-B23C3634C15D}"/>
              </a:ext>
            </a:extLst>
          </p:cNvPr>
          <p:cNvSpPr>
            <a:spLocks noGrp="1"/>
          </p:cNvSpPr>
          <p:nvPr>
            <p:ph idx="1"/>
          </p:nvPr>
        </p:nvSpPr>
        <p:spPr/>
        <p:txBody>
          <a:bodyPr/>
          <a:lstStyle/>
          <a:p>
            <a:pPr marL="0" indent="0">
              <a:buNone/>
            </a:pPr>
            <a:r>
              <a:rPr lang="en-US" dirty="0"/>
              <a:t>A singleton object is only created once (avoiding the expense of creating a class multiple times).</a:t>
            </a:r>
          </a:p>
          <a:p>
            <a:pPr marL="0" indent="0">
              <a:buNone/>
            </a:pPr>
            <a:r>
              <a:rPr lang="en-US" dirty="0"/>
              <a:t>A singleton object always acts the same way anywhere in the system and contain the same data.</a:t>
            </a:r>
          </a:p>
          <a:p>
            <a:pPr marL="0" indent="0">
              <a:buNone/>
            </a:pPr>
            <a:r>
              <a:rPr lang="en-US" dirty="0"/>
              <a:t>Singletons enable centralized access to shared state or services—reducing duplication and improving consistency.</a:t>
            </a:r>
          </a:p>
        </p:txBody>
      </p:sp>
    </p:spTree>
    <p:extLst>
      <p:ext uri="{BB962C8B-B14F-4D97-AF65-F5344CB8AC3E}">
        <p14:creationId xmlns:p14="http://schemas.microsoft.com/office/powerpoint/2010/main" val="847439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B74B5-762F-D6B0-4B37-BBC6A902E465}"/>
              </a:ext>
            </a:extLst>
          </p:cNvPr>
          <p:cNvSpPr>
            <a:spLocks noGrp="1"/>
          </p:cNvSpPr>
          <p:nvPr>
            <p:ph type="title"/>
          </p:nvPr>
        </p:nvSpPr>
        <p:spPr/>
        <p:txBody>
          <a:bodyPr/>
          <a:lstStyle/>
          <a:p>
            <a:r>
              <a:rPr lang="en-US" dirty="0"/>
              <a:t>Down sides of Singelton</a:t>
            </a:r>
          </a:p>
        </p:txBody>
      </p:sp>
      <p:sp>
        <p:nvSpPr>
          <p:cNvPr id="3" name="Content Placeholder 2">
            <a:extLst>
              <a:ext uri="{FF2B5EF4-FFF2-40B4-BE49-F238E27FC236}">
                <a16:creationId xmlns:a16="http://schemas.microsoft.com/office/drawing/2014/main" id="{63BE35D9-4AE4-A1CC-DB9C-DA9F37A8B478}"/>
              </a:ext>
            </a:extLst>
          </p:cNvPr>
          <p:cNvSpPr>
            <a:spLocks noGrp="1"/>
          </p:cNvSpPr>
          <p:nvPr>
            <p:ph idx="1"/>
          </p:nvPr>
        </p:nvSpPr>
        <p:spPr/>
        <p:txBody>
          <a:bodyPr/>
          <a:lstStyle/>
          <a:p>
            <a:pPr marL="0" indent="0">
              <a:buNone/>
            </a:pPr>
            <a:r>
              <a:rPr lang="en-US" dirty="0"/>
              <a:t>Its default form breaks the single responsibility principle.</a:t>
            </a:r>
          </a:p>
          <a:p>
            <a:pPr marL="0" indent="0">
              <a:buNone/>
            </a:pPr>
            <a:r>
              <a:rPr lang="en-US" dirty="0"/>
              <a:t>In multi-threaded programs singleton may react inconsistently.</a:t>
            </a:r>
          </a:p>
          <a:p>
            <a:pPr marL="0" indent="0">
              <a:buNone/>
            </a:pPr>
            <a:r>
              <a:rPr lang="en-US" dirty="0"/>
              <a:t>Static Methods are difficult to test.</a:t>
            </a:r>
          </a:p>
          <a:p>
            <a:pPr marL="0" indent="0">
              <a:buNone/>
            </a:pPr>
            <a:r>
              <a:rPr lang="en-US" dirty="0"/>
              <a:t>Objects can become too bloated.</a:t>
            </a:r>
          </a:p>
          <a:p>
            <a:pPr marL="0" indent="0">
              <a:buNone/>
            </a:pPr>
            <a:r>
              <a:rPr lang="en-US" dirty="0"/>
              <a:t>Does not release memory as efficiently.</a:t>
            </a:r>
          </a:p>
        </p:txBody>
      </p:sp>
    </p:spTree>
    <p:extLst>
      <p:ext uri="{BB962C8B-B14F-4D97-AF65-F5344CB8AC3E}">
        <p14:creationId xmlns:p14="http://schemas.microsoft.com/office/powerpoint/2010/main" val="151965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7E19A-8C19-E503-99E1-A408D83C65E0}"/>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456226A3-196E-50FA-F03F-0AEB69604B38}"/>
              </a:ext>
            </a:extLst>
          </p:cNvPr>
          <p:cNvSpPr>
            <a:spLocks noGrp="1"/>
          </p:cNvSpPr>
          <p:nvPr>
            <p:ph type="body" idx="1"/>
          </p:nvPr>
        </p:nvSpPr>
        <p:spPr/>
        <p:txBody>
          <a:bodyPr/>
          <a:lstStyle/>
          <a:p>
            <a:r>
              <a:rPr lang="en-US" dirty="0"/>
              <a:t>Singleton</a:t>
            </a:r>
          </a:p>
        </p:txBody>
      </p:sp>
    </p:spTree>
    <p:extLst>
      <p:ext uri="{BB962C8B-B14F-4D97-AF65-F5344CB8AC3E}">
        <p14:creationId xmlns:p14="http://schemas.microsoft.com/office/powerpoint/2010/main" val="1363946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F1D48E-148E-80E0-3946-5DD31D0056F9}"/>
              </a:ext>
            </a:extLst>
          </p:cNvPr>
          <p:cNvSpPr>
            <a:spLocks noGrp="1"/>
          </p:cNvSpPr>
          <p:nvPr>
            <p:ph type="title"/>
          </p:nvPr>
        </p:nvSpPr>
        <p:spPr/>
        <p:txBody>
          <a:bodyPr/>
          <a:lstStyle/>
          <a:p>
            <a:r>
              <a:rPr lang="en-US" dirty="0"/>
              <a:t>Singletons need help with SOLID</a:t>
            </a:r>
          </a:p>
        </p:txBody>
      </p:sp>
      <p:sp>
        <p:nvSpPr>
          <p:cNvPr id="5" name="Content Placeholder 4">
            <a:extLst>
              <a:ext uri="{FF2B5EF4-FFF2-40B4-BE49-F238E27FC236}">
                <a16:creationId xmlns:a16="http://schemas.microsoft.com/office/drawing/2014/main" id="{AC5B9EF0-9F07-0B14-089A-E8F4D467561B}"/>
              </a:ext>
            </a:extLst>
          </p:cNvPr>
          <p:cNvSpPr>
            <a:spLocks noGrp="1"/>
          </p:cNvSpPr>
          <p:nvPr>
            <p:ph idx="1"/>
          </p:nvPr>
        </p:nvSpPr>
        <p:spPr/>
        <p:txBody>
          <a:bodyPr/>
          <a:lstStyle/>
          <a:p>
            <a:pPr marL="0" indent="0">
              <a:buNone/>
            </a:pPr>
            <a:r>
              <a:rPr lang="en-US" dirty="0"/>
              <a:t>Some consider Singelton an Anti-Pattern (A pattern that makes things worse not better).</a:t>
            </a:r>
          </a:p>
          <a:p>
            <a:pPr marL="0" indent="0">
              <a:buNone/>
            </a:pPr>
            <a:r>
              <a:rPr lang="en-US" dirty="0"/>
              <a:t>Because Singletons both manage their creation and their state plus do whatever the singleton object is supposed to do it technically breaks single responsibility.</a:t>
            </a:r>
          </a:p>
          <a:p>
            <a:pPr marL="0" indent="0">
              <a:buNone/>
            </a:pPr>
            <a:r>
              <a:rPr lang="en-US" dirty="0"/>
              <a:t>Because singletons are static in nature they are difficult to pass around making it difficult to achieve Open Closed as well as Dependency Inversion.</a:t>
            </a:r>
          </a:p>
          <a:p>
            <a:pPr marL="0" indent="0">
              <a:buNone/>
            </a:pPr>
            <a:r>
              <a:rPr lang="en-US" dirty="0"/>
              <a:t>However there is hope.  With an IOC container you can implement singleton functionality while maintaining all of the solid principles.  Through IOC you can have all of the upside with less of the downside.</a:t>
            </a:r>
          </a:p>
        </p:txBody>
      </p:sp>
    </p:spTree>
    <p:extLst>
      <p:ext uri="{BB962C8B-B14F-4D97-AF65-F5344CB8AC3E}">
        <p14:creationId xmlns:p14="http://schemas.microsoft.com/office/powerpoint/2010/main" val="583203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061FE-A1AF-99D5-5977-A644F855B89B}"/>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7FA42914-E66C-3519-EC74-132DEE73050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5495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E867D-52D5-9154-0C07-F6DE0E9BE782}"/>
              </a:ext>
            </a:extLst>
          </p:cNvPr>
          <p:cNvSpPr>
            <a:spLocks noGrp="1"/>
          </p:cNvSpPr>
          <p:nvPr>
            <p:ph type="title"/>
          </p:nvPr>
        </p:nvSpPr>
        <p:spPr/>
        <p:txBody>
          <a:bodyPr/>
          <a:lstStyle/>
          <a:p>
            <a:r>
              <a:rPr lang="en-US" dirty="0"/>
              <a:t>What are some Scenarios where Singletons Might be Useful? </a:t>
            </a:r>
          </a:p>
        </p:txBody>
      </p:sp>
      <p:sp>
        <p:nvSpPr>
          <p:cNvPr id="3" name="Text Placeholder 2">
            <a:extLst>
              <a:ext uri="{FF2B5EF4-FFF2-40B4-BE49-F238E27FC236}">
                <a16:creationId xmlns:a16="http://schemas.microsoft.com/office/drawing/2014/main" id="{D2E86147-A58A-116C-D346-60F392920D3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4160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D8B92F-79F9-D70A-C571-11F9195BEEA3}"/>
              </a:ext>
            </a:extLst>
          </p:cNvPr>
          <p:cNvSpPr>
            <a:spLocks noGrp="1"/>
          </p:cNvSpPr>
          <p:nvPr>
            <p:ph type="title"/>
          </p:nvPr>
        </p:nvSpPr>
        <p:spPr/>
        <p:txBody>
          <a:bodyPr/>
          <a:lstStyle/>
          <a:p>
            <a:r>
              <a:rPr lang="en-US" dirty="0"/>
              <a:t>Scenarios where Singletons are often Used</a:t>
            </a:r>
          </a:p>
        </p:txBody>
      </p:sp>
      <p:sp>
        <p:nvSpPr>
          <p:cNvPr id="5" name="Content Placeholder 4">
            <a:extLst>
              <a:ext uri="{FF2B5EF4-FFF2-40B4-BE49-F238E27FC236}">
                <a16:creationId xmlns:a16="http://schemas.microsoft.com/office/drawing/2014/main" id="{823BF56A-1BC0-09C2-9442-DC2D6B3837AB}"/>
              </a:ext>
            </a:extLst>
          </p:cNvPr>
          <p:cNvSpPr>
            <a:spLocks noGrp="1"/>
          </p:cNvSpPr>
          <p:nvPr>
            <p:ph idx="1"/>
          </p:nvPr>
        </p:nvSpPr>
        <p:spPr/>
        <p:txBody>
          <a:bodyPr/>
          <a:lstStyle/>
          <a:p>
            <a:pPr marL="0" indent="0">
              <a:buNone/>
            </a:pPr>
            <a:r>
              <a:rPr lang="en-US" dirty="0"/>
              <a:t>IOC containers themselves</a:t>
            </a:r>
          </a:p>
          <a:p>
            <a:pPr marL="0" indent="0">
              <a:buNone/>
            </a:pPr>
            <a:r>
              <a:rPr lang="en-US" dirty="0"/>
              <a:t>Loggers</a:t>
            </a:r>
          </a:p>
          <a:p>
            <a:pPr marL="0" indent="0">
              <a:buNone/>
            </a:pPr>
            <a:r>
              <a:rPr lang="en-US" dirty="0"/>
              <a:t>Configuration Management</a:t>
            </a:r>
          </a:p>
          <a:p>
            <a:pPr marL="0" indent="0">
              <a:buNone/>
            </a:pPr>
            <a:r>
              <a:rPr lang="en-US" dirty="0"/>
              <a:t>Game State Management (Avoid the GOD class)</a:t>
            </a:r>
          </a:p>
        </p:txBody>
      </p:sp>
    </p:spTree>
    <p:extLst>
      <p:ext uri="{BB962C8B-B14F-4D97-AF65-F5344CB8AC3E}">
        <p14:creationId xmlns:p14="http://schemas.microsoft.com/office/powerpoint/2010/main" val="1513691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D0CDA-4D39-48EE-AAD7-75EF235ACB5D}"/>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01BA84CF-1370-1C8C-4BE5-84FA2C36160E}"/>
              </a:ext>
            </a:extLst>
          </p:cNvPr>
          <p:cNvSpPr>
            <a:spLocks noGrp="1"/>
          </p:cNvSpPr>
          <p:nvPr>
            <p:ph type="body" idx="1"/>
          </p:nvPr>
        </p:nvSpPr>
        <p:spPr/>
        <p:txBody>
          <a:bodyPr/>
          <a:lstStyle/>
          <a:p>
            <a:r>
              <a:rPr lang="en-US" dirty="0"/>
              <a:t>Singelton</a:t>
            </a:r>
          </a:p>
        </p:txBody>
      </p:sp>
    </p:spTree>
    <p:extLst>
      <p:ext uri="{BB962C8B-B14F-4D97-AF65-F5344CB8AC3E}">
        <p14:creationId xmlns:p14="http://schemas.microsoft.com/office/powerpoint/2010/main" val="1623607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BEEED-53BD-D373-5E30-31822412E8F5}"/>
              </a:ext>
            </a:extLst>
          </p:cNvPr>
          <p:cNvSpPr>
            <a:spLocks noGrp="1"/>
          </p:cNvSpPr>
          <p:nvPr>
            <p:ph type="title"/>
          </p:nvPr>
        </p:nvSpPr>
        <p:spPr/>
        <p:txBody>
          <a:bodyPr/>
          <a:lstStyle/>
          <a:p>
            <a:r>
              <a:rPr lang="en-US" dirty="0"/>
              <a:t>Implementing a Singelton in Code</a:t>
            </a:r>
          </a:p>
        </p:txBody>
      </p:sp>
      <p:sp>
        <p:nvSpPr>
          <p:cNvPr id="3" name="Text Placeholder 2">
            <a:extLst>
              <a:ext uri="{FF2B5EF4-FFF2-40B4-BE49-F238E27FC236}">
                <a16:creationId xmlns:a16="http://schemas.microsoft.com/office/drawing/2014/main" id="{299DDC52-0D57-CD13-21F1-737B6D223A4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75167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FD6D2-35E5-AA71-6C38-933E535E30D2}"/>
              </a:ext>
            </a:extLst>
          </p:cNvPr>
          <p:cNvSpPr>
            <a:spLocks noGrp="1"/>
          </p:cNvSpPr>
          <p:nvPr>
            <p:ph type="title"/>
          </p:nvPr>
        </p:nvSpPr>
        <p:spPr/>
        <p:txBody>
          <a:bodyPr/>
          <a:lstStyle/>
          <a:p>
            <a:r>
              <a:rPr lang="en-US" dirty="0"/>
              <a:t>Implementing a Singleton using IOC</a:t>
            </a:r>
          </a:p>
        </p:txBody>
      </p:sp>
      <p:sp>
        <p:nvSpPr>
          <p:cNvPr id="3" name="Text Placeholder 2">
            <a:extLst>
              <a:ext uri="{FF2B5EF4-FFF2-40B4-BE49-F238E27FC236}">
                <a16:creationId xmlns:a16="http://schemas.microsoft.com/office/drawing/2014/main" id="{58DC0EA4-9F60-EA68-D9CD-9FA553E91959}"/>
              </a:ext>
            </a:extLst>
          </p:cNvPr>
          <p:cNvSpPr>
            <a:spLocks noGrp="1"/>
          </p:cNvSpPr>
          <p:nvPr>
            <p:ph type="body" idx="1"/>
          </p:nvPr>
        </p:nvSpPr>
        <p:spPr/>
        <p:txBody>
          <a:bodyPr/>
          <a:lstStyle/>
          <a:p>
            <a:r>
              <a:rPr lang="en-US" dirty="0"/>
              <a:t>Using Unity</a:t>
            </a:r>
          </a:p>
        </p:txBody>
      </p:sp>
    </p:spTree>
    <p:extLst>
      <p:ext uri="{BB962C8B-B14F-4D97-AF65-F5344CB8AC3E}">
        <p14:creationId xmlns:p14="http://schemas.microsoft.com/office/powerpoint/2010/main" val="1443906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7503D-73A9-63A3-D2D9-3F6B5AB1A6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C6C54F-3175-4BA7-4FB8-F4DC95A67B06}"/>
              </a:ext>
            </a:extLst>
          </p:cNvPr>
          <p:cNvSpPr>
            <a:spLocks noGrp="1"/>
          </p:cNvSpPr>
          <p:nvPr>
            <p:ph type="title"/>
          </p:nvPr>
        </p:nvSpPr>
        <p:spPr>
          <a:xfrm>
            <a:off x="810986" y="1392695"/>
            <a:ext cx="10131427" cy="1468800"/>
          </a:xfrm>
        </p:spPr>
        <p:txBody>
          <a:bodyPr/>
          <a:lstStyle/>
          <a:p>
            <a:r>
              <a:rPr lang="en-US" dirty="0"/>
              <a:t>Factory Design Pattern</a:t>
            </a:r>
          </a:p>
        </p:txBody>
      </p:sp>
      <p:sp>
        <p:nvSpPr>
          <p:cNvPr id="5" name="Text Placeholder 4">
            <a:extLst>
              <a:ext uri="{FF2B5EF4-FFF2-40B4-BE49-F238E27FC236}">
                <a16:creationId xmlns:a16="http://schemas.microsoft.com/office/drawing/2014/main" id="{AD706448-5F97-08EB-4A2D-9C3749001DE6}"/>
              </a:ext>
            </a:extLst>
          </p:cNvPr>
          <p:cNvSpPr>
            <a:spLocks noGrp="1"/>
          </p:cNvSpPr>
          <p:nvPr>
            <p:ph type="body" idx="1"/>
          </p:nvPr>
        </p:nvSpPr>
        <p:spPr/>
        <p:txBody>
          <a:bodyPr/>
          <a:lstStyle/>
          <a:p>
            <a:r>
              <a:rPr lang="en-US" dirty="0"/>
              <a:t>Making stuff with the things</a:t>
            </a:r>
          </a:p>
        </p:txBody>
      </p:sp>
    </p:spTree>
    <p:extLst>
      <p:ext uri="{BB962C8B-B14F-4D97-AF65-F5344CB8AC3E}">
        <p14:creationId xmlns:p14="http://schemas.microsoft.com/office/powerpoint/2010/main" val="2835600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D3D7-1A81-9766-C48E-872CEE594BD1}"/>
              </a:ext>
            </a:extLst>
          </p:cNvPr>
          <p:cNvSpPr>
            <a:spLocks noGrp="1"/>
          </p:cNvSpPr>
          <p:nvPr>
            <p:ph type="title"/>
          </p:nvPr>
        </p:nvSpPr>
        <p:spPr/>
        <p:txBody>
          <a:bodyPr/>
          <a:lstStyle/>
          <a:p>
            <a:r>
              <a:rPr lang="en-US" dirty="0"/>
              <a:t>Factory problem space</a:t>
            </a:r>
          </a:p>
        </p:txBody>
      </p:sp>
      <p:sp>
        <p:nvSpPr>
          <p:cNvPr id="3" name="Text Placeholder 2">
            <a:extLst>
              <a:ext uri="{FF2B5EF4-FFF2-40B4-BE49-F238E27FC236}">
                <a16:creationId xmlns:a16="http://schemas.microsoft.com/office/drawing/2014/main" id="{173BE366-279E-48D9-9CD4-39D81F2A28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3372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BFE12F-36A2-B31E-9B34-F44AB6FD7A85}"/>
              </a:ext>
            </a:extLst>
          </p:cNvPr>
          <p:cNvSpPr>
            <a:spLocks noGrp="1"/>
          </p:cNvSpPr>
          <p:nvPr>
            <p:ph type="title"/>
          </p:nvPr>
        </p:nvSpPr>
        <p:spPr/>
        <p:txBody>
          <a:bodyPr/>
          <a:lstStyle/>
          <a:p>
            <a:r>
              <a:rPr lang="en-US" dirty="0"/>
              <a:t>What problems do factory methods Help Solve?</a:t>
            </a:r>
          </a:p>
        </p:txBody>
      </p:sp>
      <p:sp>
        <p:nvSpPr>
          <p:cNvPr id="5" name="Content Placeholder 4">
            <a:extLst>
              <a:ext uri="{FF2B5EF4-FFF2-40B4-BE49-F238E27FC236}">
                <a16:creationId xmlns:a16="http://schemas.microsoft.com/office/drawing/2014/main" id="{4B764D00-E60F-89E8-C462-9E39A966134D}"/>
              </a:ext>
            </a:extLst>
          </p:cNvPr>
          <p:cNvSpPr>
            <a:spLocks noGrp="1"/>
          </p:cNvSpPr>
          <p:nvPr>
            <p:ph idx="1"/>
          </p:nvPr>
        </p:nvSpPr>
        <p:spPr/>
        <p:txBody>
          <a:bodyPr/>
          <a:lstStyle/>
          <a:p>
            <a:r>
              <a:rPr lang="en-US" dirty="0"/>
              <a:t>Not knowing what object implementations you will need ahead of time.</a:t>
            </a:r>
          </a:p>
          <a:p>
            <a:r>
              <a:rPr lang="en-US" dirty="0"/>
              <a:t>Implementing complex conditional logic.</a:t>
            </a:r>
          </a:p>
          <a:p>
            <a:endParaRPr lang="en-US" dirty="0"/>
          </a:p>
        </p:txBody>
      </p:sp>
    </p:spTree>
    <p:extLst>
      <p:ext uri="{BB962C8B-B14F-4D97-AF65-F5344CB8AC3E}">
        <p14:creationId xmlns:p14="http://schemas.microsoft.com/office/powerpoint/2010/main" val="3575861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9C412-CB46-C129-5832-C6330872E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01748-EC5C-0533-C4E2-D3B7DC9C4DCC}"/>
              </a:ext>
            </a:extLst>
          </p:cNvPr>
          <p:cNvSpPr>
            <a:spLocks noGrp="1"/>
          </p:cNvSpPr>
          <p:nvPr>
            <p:ph type="title"/>
          </p:nvPr>
        </p:nvSpPr>
        <p:spPr>
          <a:xfrm>
            <a:off x="685800" y="3139853"/>
            <a:ext cx="10131427" cy="1468800"/>
          </a:xfrm>
        </p:spPr>
        <p:txBody>
          <a:bodyPr/>
          <a:lstStyle/>
          <a:p>
            <a:r>
              <a:rPr lang="en-US" dirty="0"/>
              <a:t>Factory Defined</a:t>
            </a:r>
          </a:p>
        </p:txBody>
      </p:sp>
      <p:sp>
        <p:nvSpPr>
          <p:cNvPr id="3" name="Text Placeholder 2">
            <a:extLst>
              <a:ext uri="{FF2B5EF4-FFF2-40B4-BE49-F238E27FC236}">
                <a16:creationId xmlns:a16="http://schemas.microsoft.com/office/drawing/2014/main" id="{255572E9-329A-27C6-BDDC-1B23D78E26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417767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AE722B4-FC26-EA54-9E35-F36B251BEA52}"/>
              </a:ext>
            </a:extLst>
          </p:cNvPr>
          <p:cNvSpPr>
            <a:spLocks noGrp="1"/>
          </p:cNvSpPr>
          <p:nvPr>
            <p:ph type="title"/>
          </p:nvPr>
        </p:nvSpPr>
        <p:spPr/>
        <p:txBody>
          <a:bodyPr/>
          <a:lstStyle/>
          <a:p>
            <a:r>
              <a:rPr lang="en-US" dirty="0"/>
              <a:t>Gang of Four Definition</a:t>
            </a:r>
          </a:p>
        </p:txBody>
      </p:sp>
      <p:sp>
        <p:nvSpPr>
          <p:cNvPr id="6" name="Text Placeholder 5">
            <a:extLst>
              <a:ext uri="{FF2B5EF4-FFF2-40B4-BE49-F238E27FC236}">
                <a16:creationId xmlns:a16="http://schemas.microsoft.com/office/drawing/2014/main" id="{0B3B0336-D76D-DA8D-23E7-8A3B5EECC532}"/>
              </a:ext>
            </a:extLst>
          </p:cNvPr>
          <p:cNvSpPr>
            <a:spLocks noGrp="1"/>
          </p:cNvSpPr>
          <p:nvPr>
            <p:ph type="body" sz="half" idx="2"/>
          </p:nvPr>
        </p:nvSpPr>
        <p:spPr/>
        <p:txBody>
          <a:bodyPr/>
          <a:lstStyle/>
          <a:p>
            <a:r>
              <a:rPr lang="en-US" dirty="0"/>
              <a:t>“</a:t>
            </a:r>
            <a:r>
              <a:rPr lang="en-US" b="0" i="0" dirty="0">
                <a:solidFill>
                  <a:schemeClr val="tx1">
                    <a:lumMod val="95000"/>
                  </a:schemeClr>
                </a:solidFill>
                <a:effectLst/>
                <a:latin typeface="Arial" panose="020B0604020202020204" pitchFamily="34" charset="0"/>
              </a:rPr>
              <a:t>Define an interface for creating an object, but let subclasses decide which class to instantiate. Factory method lets a class defer instantiation to subclasses.</a:t>
            </a:r>
            <a:r>
              <a:rPr lang="en-US" dirty="0">
                <a:solidFill>
                  <a:schemeClr val="tx1">
                    <a:lumMod val="95000"/>
                  </a:schemeClr>
                </a:solidFill>
              </a:rPr>
              <a:t>”</a:t>
            </a:r>
          </a:p>
        </p:txBody>
      </p:sp>
      <p:pic>
        <p:nvPicPr>
          <p:cNvPr id="7" name="Content Placeholder 6">
            <a:extLst>
              <a:ext uri="{FF2B5EF4-FFF2-40B4-BE49-F238E27FC236}">
                <a16:creationId xmlns:a16="http://schemas.microsoft.com/office/drawing/2014/main" id="{511266D8-3D2E-8034-C282-5B2A0D518E0F}"/>
              </a:ext>
            </a:extLst>
          </p:cNvPr>
          <p:cNvPicPr>
            <a:picLocks noGrp="1" noChangeAspect="1"/>
          </p:cNvPicPr>
          <p:nvPr>
            <p:ph idx="1"/>
          </p:nvPr>
        </p:nvPicPr>
        <p:blipFill>
          <a:blip r:embed="rId2"/>
          <a:stretch>
            <a:fillRect/>
          </a:stretch>
        </p:blipFill>
        <p:spPr>
          <a:xfrm>
            <a:off x="4926635" y="2525488"/>
            <a:ext cx="6129063" cy="2710542"/>
          </a:xfrm>
        </p:spPr>
      </p:pic>
    </p:spTree>
    <p:extLst>
      <p:ext uri="{BB962C8B-B14F-4D97-AF65-F5344CB8AC3E}">
        <p14:creationId xmlns:p14="http://schemas.microsoft.com/office/powerpoint/2010/main" val="1496584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9E17A-C32E-86B0-8941-F0344460125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284F6D-1BEE-43ED-E2EE-4A6A3896ABCA}"/>
              </a:ext>
            </a:extLst>
          </p:cNvPr>
          <p:cNvSpPr>
            <a:spLocks noGrp="1"/>
          </p:cNvSpPr>
          <p:nvPr>
            <p:ph type="title"/>
          </p:nvPr>
        </p:nvSpPr>
        <p:spPr/>
        <p:txBody>
          <a:bodyPr/>
          <a:lstStyle/>
          <a:p>
            <a:r>
              <a:rPr lang="en-US" dirty="0"/>
              <a:t>Attributes of a factory</a:t>
            </a:r>
          </a:p>
        </p:txBody>
      </p:sp>
      <p:sp>
        <p:nvSpPr>
          <p:cNvPr id="6" name="Content Placeholder 5">
            <a:extLst>
              <a:ext uri="{FF2B5EF4-FFF2-40B4-BE49-F238E27FC236}">
                <a16:creationId xmlns:a16="http://schemas.microsoft.com/office/drawing/2014/main" id="{5DF473D1-F430-6F7E-75B5-B3751CC86E6D}"/>
              </a:ext>
            </a:extLst>
          </p:cNvPr>
          <p:cNvSpPr>
            <a:spLocks noGrp="1"/>
          </p:cNvSpPr>
          <p:nvPr>
            <p:ph idx="1"/>
          </p:nvPr>
        </p:nvSpPr>
        <p:spPr/>
        <p:txBody>
          <a:bodyPr/>
          <a:lstStyle/>
          <a:p>
            <a:r>
              <a:rPr lang="en-US" dirty="0"/>
              <a:t>Encapsulation of Object Creation : Hides the details of instantiating Objects making code more modular.</a:t>
            </a:r>
          </a:p>
          <a:p>
            <a:r>
              <a:rPr lang="en-US" dirty="0"/>
              <a:t>Interface – Based Design</a:t>
            </a:r>
          </a:p>
          <a:p>
            <a:r>
              <a:rPr lang="en-US" dirty="0"/>
              <a:t>Reusability : Allow us to reuse complex creation code across applications.</a:t>
            </a:r>
          </a:p>
          <a:p>
            <a:r>
              <a:rPr lang="en-US" dirty="0"/>
              <a:t>Polymorphism : Supports polymorphism by returning different subclasses of common classes.</a:t>
            </a:r>
          </a:p>
          <a:p>
            <a:r>
              <a:rPr lang="en-US" dirty="0"/>
              <a:t>Scalability : New types can easily be added.</a:t>
            </a:r>
          </a:p>
        </p:txBody>
      </p:sp>
    </p:spTree>
    <p:extLst>
      <p:ext uri="{BB962C8B-B14F-4D97-AF65-F5344CB8AC3E}">
        <p14:creationId xmlns:p14="http://schemas.microsoft.com/office/powerpoint/2010/main" val="811586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B98A7-9B03-53F3-352A-B9011D958FD9}"/>
              </a:ext>
            </a:extLst>
          </p:cNvPr>
          <p:cNvSpPr>
            <a:spLocks noGrp="1"/>
          </p:cNvSpPr>
          <p:nvPr>
            <p:ph type="title"/>
          </p:nvPr>
        </p:nvSpPr>
        <p:spPr/>
        <p:txBody>
          <a:bodyPr/>
          <a:lstStyle/>
          <a:p>
            <a:r>
              <a:rPr lang="en-US" dirty="0"/>
              <a:t>Elements of a Factory</a:t>
            </a:r>
          </a:p>
        </p:txBody>
      </p:sp>
      <p:sp>
        <p:nvSpPr>
          <p:cNvPr id="3" name="Content Placeholder 2">
            <a:extLst>
              <a:ext uri="{FF2B5EF4-FFF2-40B4-BE49-F238E27FC236}">
                <a16:creationId xmlns:a16="http://schemas.microsoft.com/office/drawing/2014/main" id="{5C88297C-3AA3-3612-DBBD-5C0A87505857}"/>
              </a:ext>
            </a:extLst>
          </p:cNvPr>
          <p:cNvSpPr>
            <a:spLocks noGrp="1"/>
          </p:cNvSpPr>
          <p:nvPr>
            <p:ph idx="1"/>
          </p:nvPr>
        </p:nvSpPr>
        <p:spPr/>
        <p:txBody>
          <a:bodyPr/>
          <a:lstStyle/>
          <a:p>
            <a:r>
              <a:rPr lang="en-US" dirty="0"/>
              <a:t>Product Interface : Defines the interface for the objects the factory creates.</a:t>
            </a:r>
          </a:p>
          <a:p>
            <a:r>
              <a:rPr lang="en-US" dirty="0"/>
              <a:t>Concrete Products : Implementation of the product interface.</a:t>
            </a:r>
          </a:p>
          <a:p>
            <a:r>
              <a:rPr lang="en-US" dirty="0"/>
              <a:t>Creator : Declares the factory method which returns an object of the Product Interface Type.</a:t>
            </a:r>
          </a:p>
          <a:p>
            <a:r>
              <a:rPr lang="en-US" dirty="0"/>
              <a:t>Concrete Creator : Determines and builds a specific instance of a product.  (Actual instantiation lives here.)</a:t>
            </a:r>
          </a:p>
        </p:txBody>
      </p:sp>
    </p:spTree>
    <p:extLst>
      <p:ext uri="{BB962C8B-B14F-4D97-AF65-F5344CB8AC3E}">
        <p14:creationId xmlns:p14="http://schemas.microsoft.com/office/powerpoint/2010/main" val="1026387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AD59F-4ADD-7FA7-AD44-9C2FE4D68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14443-0DF0-5628-4B47-A0ACE5A09FB0}"/>
              </a:ext>
            </a:extLst>
          </p:cNvPr>
          <p:cNvSpPr>
            <a:spLocks noGrp="1"/>
          </p:cNvSpPr>
          <p:nvPr>
            <p:ph type="title"/>
          </p:nvPr>
        </p:nvSpPr>
        <p:spPr/>
        <p:txBody>
          <a:bodyPr/>
          <a:lstStyle/>
          <a:p>
            <a:r>
              <a:rPr lang="en-US" dirty="0"/>
              <a:t>Benefits of a Factory Pattern</a:t>
            </a:r>
          </a:p>
        </p:txBody>
      </p:sp>
      <p:sp>
        <p:nvSpPr>
          <p:cNvPr id="3" name="Content Placeholder 2">
            <a:extLst>
              <a:ext uri="{FF2B5EF4-FFF2-40B4-BE49-F238E27FC236}">
                <a16:creationId xmlns:a16="http://schemas.microsoft.com/office/drawing/2014/main" id="{996FE3CA-6CEE-D3D4-F99A-4FD396E5F27E}"/>
              </a:ext>
            </a:extLst>
          </p:cNvPr>
          <p:cNvSpPr>
            <a:spLocks noGrp="1"/>
          </p:cNvSpPr>
          <p:nvPr>
            <p:ph idx="1"/>
          </p:nvPr>
        </p:nvSpPr>
        <p:spPr/>
        <p:txBody>
          <a:bodyPr/>
          <a:lstStyle/>
          <a:p>
            <a:pPr marL="0" indent="0">
              <a:buNone/>
            </a:pPr>
            <a:r>
              <a:rPr lang="en-US" dirty="0"/>
              <a:t>Enhances Maintainability :  Because it encapsulates instantiation logic so that the only place instantiation logic needs to change is in the factory.</a:t>
            </a:r>
          </a:p>
          <a:p>
            <a:pPr marL="0" indent="0">
              <a:buNone/>
            </a:pPr>
            <a:r>
              <a:rPr lang="en-US" dirty="0"/>
              <a:t>Supports Loose Coupling : The client code depends on abstractions facilitating loose coupling.</a:t>
            </a:r>
          </a:p>
          <a:p>
            <a:pPr marL="0" indent="0">
              <a:buNone/>
            </a:pPr>
            <a:r>
              <a:rPr lang="en-US" dirty="0"/>
              <a:t>Improves Testability : Allows mocking and ease of testing individual components.</a:t>
            </a:r>
          </a:p>
        </p:txBody>
      </p:sp>
    </p:spTree>
    <p:extLst>
      <p:ext uri="{BB962C8B-B14F-4D97-AF65-F5344CB8AC3E}">
        <p14:creationId xmlns:p14="http://schemas.microsoft.com/office/powerpoint/2010/main" val="10846323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8E94E-CEC4-3242-6794-844326A43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848DD-67FC-5D8D-4166-9032A54C3BF5}"/>
              </a:ext>
            </a:extLst>
          </p:cNvPr>
          <p:cNvSpPr>
            <a:spLocks noGrp="1"/>
          </p:cNvSpPr>
          <p:nvPr>
            <p:ph type="title"/>
          </p:nvPr>
        </p:nvSpPr>
        <p:spPr/>
        <p:txBody>
          <a:bodyPr/>
          <a:lstStyle/>
          <a:p>
            <a:r>
              <a:rPr lang="en-US" dirty="0"/>
              <a:t>Down sides of A factory</a:t>
            </a:r>
          </a:p>
        </p:txBody>
      </p:sp>
      <p:sp>
        <p:nvSpPr>
          <p:cNvPr id="3" name="Content Placeholder 2">
            <a:extLst>
              <a:ext uri="{FF2B5EF4-FFF2-40B4-BE49-F238E27FC236}">
                <a16:creationId xmlns:a16="http://schemas.microsoft.com/office/drawing/2014/main" id="{5CD05FFE-7944-FC4A-41DB-24B8BB5440BD}"/>
              </a:ext>
            </a:extLst>
          </p:cNvPr>
          <p:cNvSpPr>
            <a:spLocks noGrp="1"/>
          </p:cNvSpPr>
          <p:nvPr>
            <p:ph idx="1"/>
          </p:nvPr>
        </p:nvSpPr>
        <p:spPr/>
        <p:txBody>
          <a:bodyPr/>
          <a:lstStyle/>
          <a:p>
            <a:pPr marL="0" indent="0">
              <a:buNone/>
            </a:pPr>
            <a:r>
              <a:rPr lang="en-US" dirty="0"/>
              <a:t>Increases the Complexity:  By adding a layer of abstraction you also add complexity. (KISS) (YAGNI)</a:t>
            </a:r>
          </a:p>
          <a:p>
            <a:pPr marL="0" indent="0">
              <a:buNone/>
            </a:pPr>
            <a:r>
              <a:rPr lang="en-US" dirty="0"/>
              <a:t>Less transparency on how objects are created and instantiated.</a:t>
            </a:r>
          </a:p>
          <a:p>
            <a:pPr marL="0" indent="0">
              <a:buNone/>
            </a:pPr>
            <a:r>
              <a:rPr lang="en-US" dirty="0"/>
              <a:t>Reduced Performance</a:t>
            </a:r>
          </a:p>
          <a:p>
            <a:pPr marL="0" indent="0">
              <a:buNone/>
            </a:pPr>
            <a:r>
              <a:rPr lang="en-US" dirty="0"/>
              <a:t>Factories themselves are tightly coupled to the objects they create even though they promote loose coupling in the objects themselves.</a:t>
            </a:r>
          </a:p>
        </p:txBody>
      </p:sp>
    </p:spTree>
    <p:extLst>
      <p:ext uri="{BB962C8B-B14F-4D97-AF65-F5344CB8AC3E}">
        <p14:creationId xmlns:p14="http://schemas.microsoft.com/office/powerpoint/2010/main" val="4210637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CD234-8562-3C60-EE1D-C75B896E0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9561C-98EA-2D97-D04D-3A6321C4D887}"/>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264D5619-257B-1D6D-B34F-F8ECC3283790}"/>
              </a:ext>
            </a:extLst>
          </p:cNvPr>
          <p:cNvSpPr>
            <a:spLocks noGrp="1"/>
          </p:cNvSpPr>
          <p:nvPr>
            <p:ph type="body" idx="1"/>
          </p:nvPr>
        </p:nvSpPr>
        <p:spPr/>
        <p:txBody>
          <a:bodyPr/>
          <a:lstStyle/>
          <a:p>
            <a:r>
              <a:rPr lang="en-US" dirty="0"/>
              <a:t>Factory</a:t>
            </a:r>
          </a:p>
        </p:txBody>
      </p:sp>
    </p:spTree>
    <p:extLst>
      <p:ext uri="{BB962C8B-B14F-4D97-AF65-F5344CB8AC3E}">
        <p14:creationId xmlns:p14="http://schemas.microsoft.com/office/powerpoint/2010/main" val="2403484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3DEE38-F473-7FC8-B5FC-762F0082FC8A}"/>
              </a:ext>
            </a:extLst>
          </p:cNvPr>
          <p:cNvSpPr>
            <a:spLocks noGrp="1"/>
          </p:cNvSpPr>
          <p:nvPr>
            <p:ph type="title"/>
          </p:nvPr>
        </p:nvSpPr>
        <p:spPr/>
        <p:txBody>
          <a:bodyPr/>
          <a:lstStyle/>
          <a:p>
            <a:r>
              <a:rPr lang="en-US" dirty="0"/>
              <a:t>Factory Method and S.O.L.I.D.</a:t>
            </a:r>
          </a:p>
        </p:txBody>
      </p:sp>
      <p:sp>
        <p:nvSpPr>
          <p:cNvPr id="5" name="Content Placeholder 4">
            <a:extLst>
              <a:ext uri="{FF2B5EF4-FFF2-40B4-BE49-F238E27FC236}">
                <a16:creationId xmlns:a16="http://schemas.microsoft.com/office/drawing/2014/main" id="{C327F5A0-C2E5-0D16-FB0E-91EF5035988E}"/>
              </a:ext>
            </a:extLst>
          </p:cNvPr>
          <p:cNvSpPr>
            <a:spLocks noGrp="1"/>
          </p:cNvSpPr>
          <p:nvPr>
            <p:ph idx="1"/>
          </p:nvPr>
        </p:nvSpPr>
        <p:spPr/>
        <p:txBody>
          <a:bodyPr/>
          <a:lstStyle/>
          <a:p>
            <a:r>
              <a:rPr lang="en-US" dirty="0"/>
              <a:t>S. Factory promotes single responsibility by separating the creation logic from the class logic.</a:t>
            </a:r>
          </a:p>
          <a:p>
            <a:r>
              <a:rPr lang="en-US" dirty="0"/>
              <a:t>O. Because factories depend on abstractions extension is easier and modification though necessary in the factory itself is reduced in the implemented classes.</a:t>
            </a:r>
          </a:p>
          <a:p>
            <a:r>
              <a:rPr lang="en-US" dirty="0"/>
              <a:t>L. Factories control what kind of classes are created and although it doesn’t prevent violations of </a:t>
            </a:r>
            <a:r>
              <a:rPr lang="en-US" dirty="0" err="1"/>
              <a:t>Liskov</a:t>
            </a:r>
            <a:r>
              <a:rPr lang="en-US" dirty="0"/>
              <a:t> It does promote it.</a:t>
            </a:r>
          </a:p>
          <a:p>
            <a:r>
              <a:rPr lang="en-US" dirty="0"/>
              <a:t>I. Factories are based on interfaces.  Again this does not prevent abuse of this principle but it does not hinder it either.</a:t>
            </a:r>
          </a:p>
          <a:p>
            <a:r>
              <a:rPr lang="en-US" dirty="0"/>
              <a:t>D. Factories can be used in IOC containers to instantiate objects.  It actually promotes even better use of IOC containers and presents abstractions so that dependency inversion can occur.  I can even act in some ways like an IoC Container by removing the complexity of many layers of dependency.</a:t>
            </a:r>
          </a:p>
        </p:txBody>
      </p:sp>
    </p:spTree>
    <p:extLst>
      <p:ext uri="{BB962C8B-B14F-4D97-AF65-F5344CB8AC3E}">
        <p14:creationId xmlns:p14="http://schemas.microsoft.com/office/powerpoint/2010/main" val="1218582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1878A-0DE4-5680-DEFE-D17178745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A644B-42DA-954F-DF82-3237EA561AF4}"/>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F246E7C9-A0C1-9FA4-DFC2-9BA79A38BA5E}"/>
              </a:ext>
            </a:extLst>
          </p:cNvPr>
          <p:cNvSpPr>
            <a:spLocks noGrp="1"/>
          </p:cNvSpPr>
          <p:nvPr>
            <p:ph type="body" idx="1"/>
          </p:nvPr>
        </p:nvSpPr>
        <p:spPr>
          <a:xfrm>
            <a:off x="685799" y="4624981"/>
            <a:ext cx="10131428" cy="860400"/>
          </a:xfrm>
        </p:spPr>
        <p:txBody>
          <a:bodyPr/>
          <a:lstStyle/>
          <a:p>
            <a:r>
              <a:rPr lang="en-US" dirty="0"/>
              <a:t>Factory</a:t>
            </a:r>
          </a:p>
        </p:txBody>
      </p:sp>
    </p:spTree>
    <p:extLst>
      <p:ext uri="{BB962C8B-B14F-4D97-AF65-F5344CB8AC3E}">
        <p14:creationId xmlns:p14="http://schemas.microsoft.com/office/powerpoint/2010/main" val="42719164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D0FCC-A2AB-58C7-74EB-B643BAB79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8DAAC-F1B1-C907-7A96-3D580A372D30}"/>
              </a:ext>
            </a:extLst>
          </p:cNvPr>
          <p:cNvSpPr>
            <a:spLocks noGrp="1"/>
          </p:cNvSpPr>
          <p:nvPr>
            <p:ph type="title"/>
          </p:nvPr>
        </p:nvSpPr>
        <p:spPr/>
        <p:txBody>
          <a:bodyPr/>
          <a:lstStyle/>
          <a:p>
            <a:r>
              <a:rPr lang="en-US" dirty="0"/>
              <a:t>What are some Scenarios where factories Might be Useful? </a:t>
            </a:r>
          </a:p>
        </p:txBody>
      </p:sp>
      <p:sp>
        <p:nvSpPr>
          <p:cNvPr id="3" name="Text Placeholder 2">
            <a:extLst>
              <a:ext uri="{FF2B5EF4-FFF2-40B4-BE49-F238E27FC236}">
                <a16:creationId xmlns:a16="http://schemas.microsoft.com/office/drawing/2014/main" id="{303F3FA4-1986-4F9E-D6D2-D82D908F7E5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367030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3424F-67EE-BEDA-54D2-77D42E8A93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B0431C-B9DE-B88D-2B51-C46DAA92D98D}"/>
              </a:ext>
            </a:extLst>
          </p:cNvPr>
          <p:cNvSpPr>
            <a:spLocks noGrp="1"/>
          </p:cNvSpPr>
          <p:nvPr>
            <p:ph type="title"/>
          </p:nvPr>
        </p:nvSpPr>
        <p:spPr/>
        <p:txBody>
          <a:bodyPr/>
          <a:lstStyle/>
          <a:p>
            <a:r>
              <a:rPr lang="en-US" dirty="0"/>
              <a:t>Scenarios where Factories are often Used</a:t>
            </a:r>
          </a:p>
        </p:txBody>
      </p:sp>
      <p:sp>
        <p:nvSpPr>
          <p:cNvPr id="5" name="Content Placeholder 4">
            <a:extLst>
              <a:ext uri="{FF2B5EF4-FFF2-40B4-BE49-F238E27FC236}">
                <a16:creationId xmlns:a16="http://schemas.microsoft.com/office/drawing/2014/main" id="{A9FEE0C3-6953-3CD1-F31C-9B148E0548B1}"/>
              </a:ext>
            </a:extLst>
          </p:cNvPr>
          <p:cNvSpPr>
            <a:spLocks noGrp="1"/>
          </p:cNvSpPr>
          <p:nvPr>
            <p:ph idx="1"/>
          </p:nvPr>
        </p:nvSpPr>
        <p:spPr/>
        <p:txBody>
          <a:bodyPr/>
          <a:lstStyle/>
          <a:p>
            <a:pPr marL="0" indent="0">
              <a:buNone/>
            </a:pPr>
            <a:r>
              <a:rPr lang="en-US" dirty="0"/>
              <a:t>Anywhere you are working with Interfaces or Abstract classes with multiple implementations.</a:t>
            </a:r>
          </a:p>
          <a:p>
            <a:pPr marL="0" indent="0">
              <a:buNone/>
            </a:pPr>
            <a:r>
              <a:rPr lang="en-US" dirty="0"/>
              <a:t>Decoupling Client code from specific OS or other dependencies. (Have a single application that works on both Windows and Mac where you want to take advantage of OS specific functionality)</a:t>
            </a:r>
          </a:p>
          <a:p>
            <a:pPr marL="0" indent="0">
              <a:buNone/>
            </a:pPr>
            <a:r>
              <a:rPr lang="en-US" dirty="0"/>
              <a:t>Whenever the creation of an object is complex (IE multiple dependencies)</a:t>
            </a:r>
          </a:p>
          <a:p>
            <a:pPr marL="0" indent="0">
              <a:buNone/>
            </a:pPr>
            <a:r>
              <a:rPr lang="en-US" dirty="0"/>
              <a:t>When selecting the instance type of a class is complex.</a:t>
            </a:r>
          </a:p>
          <a:p>
            <a:pPr marL="0" indent="0">
              <a:buNone/>
            </a:pPr>
            <a:endParaRPr lang="en-US" dirty="0"/>
          </a:p>
        </p:txBody>
      </p:sp>
    </p:spTree>
    <p:extLst>
      <p:ext uri="{BB962C8B-B14F-4D97-AF65-F5344CB8AC3E}">
        <p14:creationId xmlns:p14="http://schemas.microsoft.com/office/powerpoint/2010/main" val="2414816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5B43C-D407-B023-E499-A617D1B74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29494-55B9-C64F-F512-1F0E8BD93885}"/>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A81123A9-402F-E794-BAE9-971198AAF953}"/>
              </a:ext>
            </a:extLst>
          </p:cNvPr>
          <p:cNvSpPr>
            <a:spLocks noGrp="1"/>
          </p:cNvSpPr>
          <p:nvPr>
            <p:ph type="body" idx="1"/>
          </p:nvPr>
        </p:nvSpPr>
        <p:spPr/>
        <p:txBody>
          <a:bodyPr/>
          <a:lstStyle/>
          <a:p>
            <a:r>
              <a:rPr lang="en-US" dirty="0"/>
              <a:t>Factory</a:t>
            </a:r>
          </a:p>
        </p:txBody>
      </p:sp>
    </p:spTree>
    <p:extLst>
      <p:ext uri="{BB962C8B-B14F-4D97-AF65-F5344CB8AC3E}">
        <p14:creationId xmlns:p14="http://schemas.microsoft.com/office/powerpoint/2010/main" val="12989332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CE6D7-2C53-F2C8-16D4-AF37AB95F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FFD94-E447-287A-1E91-1CE6FC13DA78}"/>
              </a:ext>
            </a:extLst>
          </p:cNvPr>
          <p:cNvSpPr>
            <a:spLocks noGrp="1"/>
          </p:cNvSpPr>
          <p:nvPr>
            <p:ph type="title"/>
          </p:nvPr>
        </p:nvSpPr>
        <p:spPr/>
        <p:txBody>
          <a:bodyPr/>
          <a:lstStyle/>
          <a:p>
            <a:r>
              <a:rPr lang="en-US" dirty="0"/>
              <a:t>Implementing a Factory in Code</a:t>
            </a:r>
          </a:p>
        </p:txBody>
      </p:sp>
      <p:sp>
        <p:nvSpPr>
          <p:cNvPr id="3" name="Text Placeholder 2">
            <a:extLst>
              <a:ext uri="{FF2B5EF4-FFF2-40B4-BE49-F238E27FC236}">
                <a16:creationId xmlns:a16="http://schemas.microsoft.com/office/drawing/2014/main" id="{CEACF7D5-DB03-032D-3995-FA564571CBC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83926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A3E13-2179-00D0-E707-3C7B952F0D5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08646D-0B43-0E5C-BCF0-16A24D2CA91F}"/>
              </a:ext>
            </a:extLst>
          </p:cNvPr>
          <p:cNvSpPr>
            <a:spLocks noGrp="1"/>
          </p:cNvSpPr>
          <p:nvPr>
            <p:ph type="title"/>
          </p:nvPr>
        </p:nvSpPr>
        <p:spPr/>
        <p:txBody>
          <a:bodyPr/>
          <a:lstStyle/>
          <a:p>
            <a:r>
              <a:rPr lang="en-US" dirty="0"/>
              <a:t>Abstract Factory Design Pattern</a:t>
            </a:r>
          </a:p>
        </p:txBody>
      </p:sp>
      <p:sp>
        <p:nvSpPr>
          <p:cNvPr id="5" name="Text Placeholder 4">
            <a:extLst>
              <a:ext uri="{FF2B5EF4-FFF2-40B4-BE49-F238E27FC236}">
                <a16:creationId xmlns:a16="http://schemas.microsoft.com/office/drawing/2014/main" id="{0D05FC80-78E9-FE80-DA7E-24D76D15EC23}"/>
              </a:ext>
            </a:extLst>
          </p:cNvPr>
          <p:cNvSpPr>
            <a:spLocks noGrp="1"/>
          </p:cNvSpPr>
          <p:nvPr>
            <p:ph type="body" idx="1"/>
          </p:nvPr>
        </p:nvSpPr>
        <p:spPr/>
        <p:txBody>
          <a:bodyPr/>
          <a:lstStyle/>
          <a:p>
            <a:r>
              <a:rPr lang="en-US" dirty="0"/>
              <a:t>Make all the stuff with the things</a:t>
            </a:r>
          </a:p>
        </p:txBody>
      </p:sp>
    </p:spTree>
    <p:extLst>
      <p:ext uri="{BB962C8B-B14F-4D97-AF65-F5344CB8AC3E}">
        <p14:creationId xmlns:p14="http://schemas.microsoft.com/office/powerpoint/2010/main" val="3929608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801B0-4B36-89A5-1474-FC7BDED54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18547-DCC1-9094-9031-F739DBC1E7D7}"/>
              </a:ext>
            </a:extLst>
          </p:cNvPr>
          <p:cNvSpPr>
            <a:spLocks noGrp="1"/>
          </p:cNvSpPr>
          <p:nvPr>
            <p:ph type="title"/>
          </p:nvPr>
        </p:nvSpPr>
        <p:spPr/>
        <p:txBody>
          <a:bodyPr/>
          <a:lstStyle/>
          <a:p>
            <a:r>
              <a:rPr lang="en-US" dirty="0"/>
              <a:t>Abstract Factory problem space</a:t>
            </a:r>
          </a:p>
        </p:txBody>
      </p:sp>
      <p:sp>
        <p:nvSpPr>
          <p:cNvPr id="3" name="Text Placeholder 2">
            <a:extLst>
              <a:ext uri="{FF2B5EF4-FFF2-40B4-BE49-F238E27FC236}">
                <a16:creationId xmlns:a16="http://schemas.microsoft.com/office/drawing/2014/main" id="{66D0354D-923C-6E3E-50F1-A98256B6BD9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71632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DFA867-D913-5DD6-0089-9C112EF1F7CD}"/>
              </a:ext>
            </a:extLst>
          </p:cNvPr>
          <p:cNvSpPr>
            <a:spLocks noGrp="1"/>
          </p:cNvSpPr>
          <p:nvPr>
            <p:ph type="title"/>
          </p:nvPr>
        </p:nvSpPr>
        <p:spPr/>
        <p:txBody>
          <a:bodyPr/>
          <a:lstStyle/>
          <a:p>
            <a:r>
              <a:rPr lang="en-US" dirty="0"/>
              <a:t>What problems does Abstract factory Help Solve</a:t>
            </a:r>
          </a:p>
        </p:txBody>
      </p:sp>
      <p:sp>
        <p:nvSpPr>
          <p:cNvPr id="6" name="Content Placeholder 5">
            <a:extLst>
              <a:ext uri="{FF2B5EF4-FFF2-40B4-BE49-F238E27FC236}">
                <a16:creationId xmlns:a16="http://schemas.microsoft.com/office/drawing/2014/main" id="{DCC10EC5-2B41-8685-AACA-0E99900B21E3}"/>
              </a:ext>
            </a:extLst>
          </p:cNvPr>
          <p:cNvSpPr>
            <a:spLocks noGrp="1"/>
          </p:cNvSpPr>
          <p:nvPr>
            <p:ph idx="1"/>
          </p:nvPr>
        </p:nvSpPr>
        <p:spPr/>
        <p:txBody>
          <a:bodyPr/>
          <a:lstStyle/>
          <a:p>
            <a:r>
              <a:rPr lang="en-US" dirty="0"/>
              <a:t>How can I use the same single object throughout my entire application?</a:t>
            </a:r>
          </a:p>
        </p:txBody>
      </p:sp>
    </p:spTree>
    <p:extLst>
      <p:ext uri="{BB962C8B-B14F-4D97-AF65-F5344CB8AC3E}">
        <p14:creationId xmlns:p14="http://schemas.microsoft.com/office/powerpoint/2010/main" val="3824392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C33D2-A4A3-04C0-A3E1-2AEC164839B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C4CFB0-B06F-FE80-4C3B-4C6D03A8CAE1}"/>
              </a:ext>
            </a:extLst>
          </p:cNvPr>
          <p:cNvSpPr>
            <a:spLocks noGrp="1"/>
          </p:cNvSpPr>
          <p:nvPr>
            <p:ph type="title"/>
          </p:nvPr>
        </p:nvSpPr>
        <p:spPr/>
        <p:txBody>
          <a:bodyPr/>
          <a:lstStyle/>
          <a:p>
            <a:r>
              <a:rPr lang="en-US" dirty="0"/>
              <a:t>Gang of Four Definition</a:t>
            </a:r>
          </a:p>
        </p:txBody>
      </p:sp>
      <p:sp>
        <p:nvSpPr>
          <p:cNvPr id="6" name="Text Placeholder 5">
            <a:extLst>
              <a:ext uri="{FF2B5EF4-FFF2-40B4-BE49-F238E27FC236}">
                <a16:creationId xmlns:a16="http://schemas.microsoft.com/office/drawing/2014/main" id="{FE30BD89-B74D-C25C-D561-0CECCD4A0F5B}"/>
              </a:ext>
            </a:extLst>
          </p:cNvPr>
          <p:cNvSpPr>
            <a:spLocks noGrp="1"/>
          </p:cNvSpPr>
          <p:nvPr>
            <p:ph type="body" sz="half" idx="2"/>
          </p:nvPr>
        </p:nvSpPr>
        <p:spPr/>
        <p:txBody>
          <a:bodyPr/>
          <a:lstStyle/>
          <a:p>
            <a:r>
              <a:rPr lang="en-US" dirty="0"/>
              <a:t>“</a:t>
            </a:r>
            <a:r>
              <a:rPr lang="en-US" dirty="0">
                <a:solidFill>
                  <a:schemeClr val="tx1">
                    <a:lumMod val="95000"/>
                  </a:schemeClr>
                </a:solidFill>
                <a:latin typeface="Arial" panose="020B0604020202020204" pitchFamily="34" charset="0"/>
              </a:rPr>
              <a:t>A</a:t>
            </a:r>
            <a:r>
              <a:rPr lang="en-US" b="0" i="0" dirty="0">
                <a:solidFill>
                  <a:schemeClr val="tx1">
                    <a:lumMod val="95000"/>
                  </a:schemeClr>
                </a:solidFill>
                <a:effectLst/>
                <a:latin typeface="Arial" panose="020B0604020202020204" pitchFamily="34" charset="0"/>
              </a:rPr>
              <a:t>n interface for creating families of related or dependent objects without specifying their concrete classes</a:t>
            </a:r>
            <a:r>
              <a:rPr lang="en-US" dirty="0"/>
              <a:t>”</a:t>
            </a:r>
          </a:p>
        </p:txBody>
      </p:sp>
      <p:sp>
        <p:nvSpPr>
          <p:cNvPr id="3" name="Content Placeholder 2">
            <a:extLst>
              <a:ext uri="{FF2B5EF4-FFF2-40B4-BE49-F238E27FC236}">
                <a16:creationId xmlns:a16="http://schemas.microsoft.com/office/drawing/2014/main" id="{CF50A31B-971A-0872-B17F-B74ACA39ED1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84732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2609C-D0CB-4857-43B9-C8E4FB00C7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C7C739-0032-AAD3-0115-2AFA8F90070A}"/>
              </a:ext>
            </a:extLst>
          </p:cNvPr>
          <p:cNvSpPr>
            <a:spLocks noGrp="1"/>
          </p:cNvSpPr>
          <p:nvPr>
            <p:ph type="title"/>
          </p:nvPr>
        </p:nvSpPr>
        <p:spPr/>
        <p:txBody>
          <a:bodyPr/>
          <a:lstStyle/>
          <a:p>
            <a:r>
              <a:rPr lang="en-US" dirty="0"/>
              <a:t>Attributes of an abstract factory</a:t>
            </a:r>
          </a:p>
        </p:txBody>
      </p:sp>
      <p:sp>
        <p:nvSpPr>
          <p:cNvPr id="6" name="Content Placeholder 5">
            <a:extLst>
              <a:ext uri="{FF2B5EF4-FFF2-40B4-BE49-F238E27FC236}">
                <a16:creationId xmlns:a16="http://schemas.microsoft.com/office/drawing/2014/main" id="{3C7B53A9-D10F-8492-1FDA-73A8E08F8E3D}"/>
              </a:ext>
            </a:extLst>
          </p:cNvPr>
          <p:cNvSpPr>
            <a:spLocks noGrp="1"/>
          </p:cNvSpPr>
          <p:nvPr>
            <p:ph idx="1"/>
          </p:nvPr>
        </p:nvSpPr>
        <p:spPr/>
        <p:txBody>
          <a:bodyPr/>
          <a:lstStyle/>
          <a:p>
            <a:r>
              <a:rPr lang="en-US" dirty="0"/>
              <a:t>Abstract Factory: Declares creation methods for product families.</a:t>
            </a:r>
          </a:p>
          <a:p>
            <a:r>
              <a:rPr lang="en-US" dirty="0"/>
              <a:t>Concrete Factory: Implements creation methods.</a:t>
            </a:r>
          </a:p>
          <a:p>
            <a:r>
              <a:rPr lang="en-US" dirty="0"/>
              <a:t>Products: Abstract product interfaces and concrete product classes.</a:t>
            </a:r>
          </a:p>
        </p:txBody>
      </p:sp>
    </p:spTree>
    <p:extLst>
      <p:ext uri="{BB962C8B-B14F-4D97-AF65-F5344CB8AC3E}">
        <p14:creationId xmlns:p14="http://schemas.microsoft.com/office/powerpoint/2010/main" val="39986113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ED93B-4C98-2934-72AE-C2FBAFE65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ED5C82-AFF0-C101-EB2F-125F387D04C3}"/>
              </a:ext>
            </a:extLst>
          </p:cNvPr>
          <p:cNvSpPr>
            <a:spLocks noGrp="1"/>
          </p:cNvSpPr>
          <p:nvPr>
            <p:ph type="title"/>
          </p:nvPr>
        </p:nvSpPr>
        <p:spPr/>
        <p:txBody>
          <a:bodyPr/>
          <a:lstStyle/>
          <a:p>
            <a:r>
              <a:rPr lang="en-US" dirty="0"/>
              <a:t>Benefits of an abstract Factory Pattern</a:t>
            </a:r>
          </a:p>
        </p:txBody>
      </p:sp>
      <p:sp>
        <p:nvSpPr>
          <p:cNvPr id="3" name="Content Placeholder 2">
            <a:extLst>
              <a:ext uri="{FF2B5EF4-FFF2-40B4-BE49-F238E27FC236}">
                <a16:creationId xmlns:a16="http://schemas.microsoft.com/office/drawing/2014/main" id="{0C08EE3F-12C3-0546-2743-33AEDD4271B8}"/>
              </a:ext>
            </a:extLst>
          </p:cNvPr>
          <p:cNvSpPr>
            <a:spLocks noGrp="1"/>
          </p:cNvSpPr>
          <p:nvPr>
            <p:ph idx="1"/>
          </p:nvPr>
        </p:nvSpPr>
        <p:spPr/>
        <p:txBody>
          <a:bodyPr/>
          <a:lstStyle/>
          <a:p>
            <a:pPr>
              <a:buNone/>
            </a:pPr>
            <a:endParaRPr lang="en-US" dirty="0"/>
          </a:p>
          <a:p>
            <a:pPr>
              <a:buFont typeface="Arial" panose="020B0604020202020204" pitchFamily="34" charset="0"/>
              <a:buChar char="•"/>
            </a:pPr>
            <a:r>
              <a:rPr lang="en-US" b="1" dirty="0"/>
              <a:t>Consistency</a:t>
            </a:r>
            <a:r>
              <a:rPr lang="en-US" dirty="0"/>
              <a:t>: Ensures all objects in a family adhere to the same structure.</a:t>
            </a:r>
          </a:p>
          <a:p>
            <a:pPr>
              <a:buFont typeface="Arial" panose="020B0604020202020204" pitchFamily="34" charset="0"/>
              <a:buChar char="•"/>
            </a:pPr>
            <a:r>
              <a:rPr lang="en-US" b="1" dirty="0"/>
              <a:t>Flexibility</a:t>
            </a:r>
            <a:r>
              <a:rPr lang="en-US" dirty="0"/>
              <a:t>: Simplifies switching between different families of objects.</a:t>
            </a:r>
          </a:p>
          <a:p>
            <a:pPr>
              <a:buFont typeface="Arial" panose="020B0604020202020204" pitchFamily="34" charset="0"/>
              <a:buChar char="•"/>
            </a:pPr>
            <a:r>
              <a:rPr lang="en-US" b="1" dirty="0"/>
              <a:t>Scalability</a:t>
            </a:r>
            <a:r>
              <a:rPr lang="en-US" dirty="0"/>
              <a:t>: Facilitates adding new families without altering existing code.</a:t>
            </a:r>
          </a:p>
          <a:p>
            <a:pPr>
              <a:buFont typeface="Arial" panose="020B0604020202020204" pitchFamily="34" charset="0"/>
              <a:buChar char="•"/>
            </a:pPr>
            <a:r>
              <a:rPr lang="en-US" b="1" dirty="0"/>
              <a:t>Code Reuse</a:t>
            </a:r>
            <a:r>
              <a:rPr lang="en-US" dirty="0"/>
              <a:t>: Encourages modular and reusable design by separating object creation</a:t>
            </a:r>
          </a:p>
        </p:txBody>
      </p:sp>
    </p:spTree>
    <p:extLst>
      <p:ext uri="{BB962C8B-B14F-4D97-AF65-F5344CB8AC3E}">
        <p14:creationId xmlns:p14="http://schemas.microsoft.com/office/powerpoint/2010/main" val="423784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EBE86-D81A-9E58-3C25-43AB962808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5974F-FD9D-5BBD-5A20-C9E66C289BD8}"/>
              </a:ext>
            </a:extLst>
          </p:cNvPr>
          <p:cNvSpPr>
            <a:spLocks noGrp="1"/>
          </p:cNvSpPr>
          <p:nvPr>
            <p:ph type="title"/>
          </p:nvPr>
        </p:nvSpPr>
        <p:spPr/>
        <p:txBody>
          <a:bodyPr/>
          <a:lstStyle/>
          <a:p>
            <a:r>
              <a:rPr lang="en-US" dirty="0"/>
              <a:t>Down sides of An abstract factory</a:t>
            </a:r>
          </a:p>
        </p:txBody>
      </p:sp>
      <p:sp>
        <p:nvSpPr>
          <p:cNvPr id="3" name="Content Placeholder 2">
            <a:extLst>
              <a:ext uri="{FF2B5EF4-FFF2-40B4-BE49-F238E27FC236}">
                <a16:creationId xmlns:a16="http://schemas.microsoft.com/office/drawing/2014/main" id="{A82F1A1D-522A-81F6-A5A0-5EECFAE2D373}"/>
              </a:ext>
            </a:extLst>
          </p:cNvPr>
          <p:cNvSpPr>
            <a:spLocks noGrp="1"/>
          </p:cNvSpPr>
          <p:nvPr>
            <p:ph idx="1"/>
          </p:nvPr>
        </p:nvSpPr>
        <p:spPr/>
        <p:txBody>
          <a:bodyPr/>
          <a:lstStyle/>
          <a:p>
            <a:pPr>
              <a:buFont typeface="Arial" panose="020B0604020202020204" pitchFamily="34" charset="0"/>
              <a:buChar char="•"/>
            </a:pPr>
            <a:r>
              <a:rPr lang="en-US" b="1" dirty="0"/>
              <a:t>Complexity</a:t>
            </a:r>
            <a:r>
              <a:rPr lang="en-US" dirty="0"/>
              <a:t>: Adds extra layers of abstraction and increases initial development effort.</a:t>
            </a:r>
          </a:p>
          <a:p>
            <a:pPr>
              <a:buFont typeface="Arial" panose="020B0604020202020204" pitchFamily="34" charset="0"/>
              <a:buChar char="•"/>
            </a:pPr>
            <a:r>
              <a:rPr lang="en-US" b="1" dirty="0"/>
              <a:t>Rigidity</a:t>
            </a:r>
            <a:r>
              <a:rPr lang="en-US" dirty="0"/>
              <a:t>: Can be challenging to introduce new products into existing families.</a:t>
            </a:r>
          </a:p>
          <a:p>
            <a:pPr>
              <a:buFont typeface="Arial" panose="020B0604020202020204" pitchFamily="34" charset="0"/>
              <a:buChar char="•"/>
            </a:pPr>
            <a:r>
              <a:rPr lang="en-US" b="1" dirty="0"/>
              <a:t>Overhead</a:t>
            </a:r>
            <a:r>
              <a:rPr lang="en-US" dirty="0"/>
              <a:t>: May lead to unnecessary complexity if the application doesn’t require multiple product families.</a:t>
            </a:r>
          </a:p>
        </p:txBody>
      </p:sp>
    </p:spTree>
    <p:extLst>
      <p:ext uri="{BB962C8B-B14F-4D97-AF65-F5344CB8AC3E}">
        <p14:creationId xmlns:p14="http://schemas.microsoft.com/office/powerpoint/2010/main" val="33316789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2064-B5B4-2FF2-D122-4AA066CA6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F58F8-B208-1AFD-71A8-16FEC19D6EBE}"/>
              </a:ext>
            </a:extLst>
          </p:cNvPr>
          <p:cNvSpPr>
            <a:spLocks noGrp="1"/>
          </p:cNvSpPr>
          <p:nvPr>
            <p:ph type="title"/>
          </p:nvPr>
        </p:nvSpPr>
        <p:spPr>
          <a:xfrm>
            <a:off x="620485" y="3161624"/>
            <a:ext cx="10131427" cy="1468800"/>
          </a:xfrm>
        </p:spPr>
        <p:txBody>
          <a:bodyPr/>
          <a:lstStyle/>
          <a:p>
            <a:r>
              <a:rPr lang="en-US" dirty="0"/>
              <a:t>What are some Scenarios where abstract factories Might be Useful? </a:t>
            </a:r>
          </a:p>
        </p:txBody>
      </p:sp>
      <p:sp>
        <p:nvSpPr>
          <p:cNvPr id="3" name="Text Placeholder 2">
            <a:extLst>
              <a:ext uri="{FF2B5EF4-FFF2-40B4-BE49-F238E27FC236}">
                <a16:creationId xmlns:a16="http://schemas.microsoft.com/office/drawing/2014/main" id="{C1B1A379-DD76-69AE-CC46-3DCCA2818B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6266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DC45-3D82-614F-5A8E-A5E7FABD2B1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ED3F98-80EF-C652-27AA-74948DDA6D18}"/>
              </a:ext>
            </a:extLst>
          </p:cNvPr>
          <p:cNvSpPr>
            <a:spLocks noGrp="1"/>
          </p:cNvSpPr>
          <p:nvPr>
            <p:ph type="title"/>
          </p:nvPr>
        </p:nvSpPr>
        <p:spPr/>
        <p:txBody>
          <a:bodyPr/>
          <a:lstStyle/>
          <a:p>
            <a:r>
              <a:rPr lang="en-US" dirty="0"/>
              <a:t>Scenarios where abstract Factories are often Used</a:t>
            </a:r>
          </a:p>
        </p:txBody>
      </p:sp>
      <p:sp>
        <p:nvSpPr>
          <p:cNvPr id="5" name="Content Placeholder 4">
            <a:extLst>
              <a:ext uri="{FF2B5EF4-FFF2-40B4-BE49-F238E27FC236}">
                <a16:creationId xmlns:a16="http://schemas.microsoft.com/office/drawing/2014/main" id="{A9EF0AC1-D597-A007-1C0A-DBAA1BCD8BA0}"/>
              </a:ext>
            </a:extLst>
          </p:cNvPr>
          <p:cNvSpPr>
            <a:spLocks noGrp="1"/>
          </p:cNvSpPr>
          <p:nvPr>
            <p:ph idx="1"/>
          </p:nvPr>
        </p:nvSpPr>
        <p:spPr/>
        <p:txBody>
          <a:bodyPr/>
          <a:lstStyle/>
          <a:p>
            <a:pPr marL="0" indent="0">
              <a:buNone/>
            </a:pPr>
            <a:r>
              <a:rPr lang="en-US" dirty="0"/>
              <a:t>IOC containers themselves</a:t>
            </a:r>
          </a:p>
          <a:p>
            <a:pPr marL="0" indent="0">
              <a:buNone/>
            </a:pPr>
            <a:r>
              <a:rPr lang="en-US" dirty="0"/>
              <a:t>Loggers</a:t>
            </a:r>
          </a:p>
          <a:p>
            <a:pPr marL="0" indent="0">
              <a:buNone/>
            </a:pPr>
            <a:r>
              <a:rPr lang="en-US" dirty="0"/>
              <a:t>Configuration Management</a:t>
            </a:r>
          </a:p>
          <a:p>
            <a:pPr marL="0" indent="0">
              <a:buNone/>
            </a:pPr>
            <a:r>
              <a:rPr lang="en-US" dirty="0"/>
              <a:t>Game State Management (Avoid the GOD class)</a:t>
            </a:r>
          </a:p>
        </p:txBody>
      </p:sp>
    </p:spTree>
    <p:extLst>
      <p:ext uri="{BB962C8B-B14F-4D97-AF65-F5344CB8AC3E}">
        <p14:creationId xmlns:p14="http://schemas.microsoft.com/office/powerpoint/2010/main" val="340612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89AC6-3F1D-9DC7-9551-F476378F2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73232-FDFB-6F87-07AF-39463FA27DBC}"/>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A8D0A05C-ABBA-B6FE-91CD-9CAAB05969A3}"/>
              </a:ext>
            </a:extLst>
          </p:cNvPr>
          <p:cNvSpPr>
            <a:spLocks noGrp="1"/>
          </p:cNvSpPr>
          <p:nvPr>
            <p:ph type="body" idx="1"/>
          </p:nvPr>
        </p:nvSpPr>
        <p:spPr/>
        <p:txBody>
          <a:bodyPr/>
          <a:lstStyle/>
          <a:p>
            <a:r>
              <a:rPr lang="en-US" dirty="0"/>
              <a:t>Abstract factory</a:t>
            </a:r>
          </a:p>
        </p:txBody>
      </p:sp>
    </p:spTree>
    <p:extLst>
      <p:ext uri="{BB962C8B-B14F-4D97-AF65-F5344CB8AC3E}">
        <p14:creationId xmlns:p14="http://schemas.microsoft.com/office/powerpoint/2010/main" val="2652737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62627-7B54-7A18-B567-EE3275389D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4C16954-A719-377A-660E-65B20E798BF8}"/>
              </a:ext>
            </a:extLst>
          </p:cNvPr>
          <p:cNvSpPr>
            <a:spLocks noGrp="1"/>
          </p:cNvSpPr>
          <p:nvPr>
            <p:ph type="title"/>
          </p:nvPr>
        </p:nvSpPr>
        <p:spPr/>
        <p:txBody>
          <a:bodyPr/>
          <a:lstStyle/>
          <a:p>
            <a:r>
              <a:rPr lang="en-US" dirty="0"/>
              <a:t>Factory Method and S.O.L.I.D.</a:t>
            </a:r>
          </a:p>
        </p:txBody>
      </p:sp>
      <p:sp>
        <p:nvSpPr>
          <p:cNvPr id="3" name="Content Placeholder 2">
            <a:extLst>
              <a:ext uri="{FF2B5EF4-FFF2-40B4-BE49-F238E27FC236}">
                <a16:creationId xmlns:a16="http://schemas.microsoft.com/office/drawing/2014/main" id="{8457851D-EAF8-6B94-6CF7-74E1B0A9A51E}"/>
              </a:ext>
            </a:extLst>
          </p:cNvPr>
          <p:cNvSpPr>
            <a:spLocks noGrp="1" noChangeArrowheads="1"/>
          </p:cNvSpPr>
          <p:nvPr>
            <p:ph idx="1"/>
          </p:nvPr>
        </p:nvSpPr>
        <p:spPr bwMode="auto">
          <a:xfrm>
            <a:off x="532488" y="2327384"/>
            <a:ext cx="1024081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Single Responsibility Principle (SRP)</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Encapsulates object creation within dedicated factory classes, simplifying code maintenance.</a:t>
            </a:r>
            <a:endParaRPr lang="en-US" altLang="en-US"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Open/Closed Principle (OCP)</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Abstract factories can be extended to support new object families without modifying existing code.</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Liskov</a:t>
            </a:r>
            <a:r>
              <a:rPr kumimoji="0" lang="en-US" altLang="en-US" b="1" i="0" u="none" strike="noStrike" cap="none" normalizeH="0" baseline="0" dirty="0">
                <a:ln>
                  <a:noFill/>
                </a:ln>
                <a:solidFill>
                  <a:schemeClr val="tx1"/>
                </a:solidFill>
                <a:effectLst/>
                <a:latin typeface="Arial" panose="020B0604020202020204" pitchFamily="34" charset="0"/>
              </a:rPr>
              <a:t> Substitution Principle (LSP)</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Product abstractions ensure that any derived class can replace its base class without issues.</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Interface Segregation Principle (ISP)</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Defines specific interfaces for product families to avoid bloated and irrelevant methods.</a:t>
            </a:r>
            <a:endParaRPr lang="en-US" altLang="en-US"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latin typeface="Arial" panose="020B0604020202020204" pitchFamily="34" charset="0"/>
              </a:rPr>
              <a:t>Dependency Inversion Principle (DIP)</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rial" panose="020B0604020202020204" pitchFamily="34" charset="0"/>
              </a:rPr>
              <a:t> High-level modules depend on abstractions, not concrete implementations, promoting flexibility.</a:t>
            </a:r>
          </a:p>
        </p:txBody>
      </p:sp>
    </p:spTree>
    <p:extLst>
      <p:ext uri="{BB962C8B-B14F-4D97-AF65-F5344CB8AC3E}">
        <p14:creationId xmlns:p14="http://schemas.microsoft.com/office/powerpoint/2010/main" val="2354090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6E237-ECD7-72BC-6317-CC3F96F6A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DBA3A-3B7B-87BF-634A-58D43886A1BE}"/>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673B83E1-7B3D-41A5-A6A2-4FB99C55DACC}"/>
              </a:ext>
            </a:extLst>
          </p:cNvPr>
          <p:cNvSpPr>
            <a:spLocks noGrp="1"/>
          </p:cNvSpPr>
          <p:nvPr>
            <p:ph type="body" idx="1"/>
          </p:nvPr>
        </p:nvSpPr>
        <p:spPr>
          <a:xfrm>
            <a:off x="685799" y="4624981"/>
            <a:ext cx="10131428" cy="860400"/>
          </a:xfrm>
        </p:spPr>
        <p:txBody>
          <a:bodyPr/>
          <a:lstStyle/>
          <a:p>
            <a:r>
              <a:rPr lang="en-US" dirty="0"/>
              <a:t>Abstract Factory</a:t>
            </a:r>
          </a:p>
        </p:txBody>
      </p:sp>
    </p:spTree>
    <p:extLst>
      <p:ext uri="{BB962C8B-B14F-4D97-AF65-F5344CB8AC3E}">
        <p14:creationId xmlns:p14="http://schemas.microsoft.com/office/powerpoint/2010/main" val="13521305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A9F7F-8FF9-F15A-EEF0-4BA22DB997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397C9-42B8-F863-C36D-621AAA9433D6}"/>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D7942ABB-80F0-D089-A067-A2EF61801DFF}"/>
              </a:ext>
            </a:extLst>
          </p:cNvPr>
          <p:cNvSpPr>
            <a:spLocks noGrp="1"/>
          </p:cNvSpPr>
          <p:nvPr>
            <p:ph type="body" idx="1"/>
          </p:nvPr>
        </p:nvSpPr>
        <p:spPr/>
        <p:txBody>
          <a:bodyPr/>
          <a:lstStyle/>
          <a:p>
            <a:r>
              <a:rPr lang="en-US" dirty="0"/>
              <a:t>Abstract Factory</a:t>
            </a:r>
          </a:p>
        </p:txBody>
      </p:sp>
    </p:spTree>
    <p:extLst>
      <p:ext uri="{BB962C8B-B14F-4D97-AF65-F5344CB8AC3E}">
        <p14:creationId xmlns:p14="http://schemas.microsoft.com/office/powerpoint/2010/main" val="33567498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87A7-D149-7A99-325A-C98C96E5D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CC5B1-D94C-982A-5B45-A9E34328F359}"/>
              </a:ext>
            </a:extLst>
          </p:cNvPr>
          <p:cNvSpPr>
            <a:spLocks noGrp="1"/>
          </p:cNvSpPr>
          <p:nvPr>
            <p:ph type="title"/>
          </p:nvPr>
        </p:nvSpPr>
        <p:spPr/>
        <p:txBody>
          <a:bodyPr/>
          <a:lstStyle/>
          <a:p>
            <a:r>
              <a:rPr lang="en-US" dirty="0"/>
              <a:t>Implementing an abstract factory in Code</a:t>
            </a:r>
          </a:p>
        </p:txBody>
      </p:sp>
      <p:sp>
        <p:nvSpPr>
          <p:cNvPr id="3" name="Text Placeholder 2">
            <a:extLst>
              <a:ext uri="{FF2B5EF4-FFF2-40B4-BE49-F238E27FC236}">
                <a16:creationId xmlns:a16="http://schemas.microsoft.com/office/drawing/2014/main" id="{350AF4C6-50D4-FD60-8178-89F0802DE4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246169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1FD90-55F0-8103-6BD1-A72A55F2B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49C2B-A002-DF07-517C-40935C6DEBE8}"/>
              </a:ext>
            </a:extLst>
          </p:cNvPr>
          <p:cNvSpPr>
            <a:spLocks noGrp="1"/>
          </p:cNvSpPr>
          <p:nvPr>
            <p:ph type="title"/>
          </p:nvPr>
        </p:nvSpPr>
        <p:spPr/>
        <p:txBody>
          <a:bodyPr/>
          <a:lstStyle/>
          <a:p>
            <a:r>
              <a:rPr lang="en-US" dirty="0"/>
              <a:t>Week 3</a:t>
            </a:r>
          </a:p>
        </p:txBody>
      </p:sp>
      <p:sp>
        <p:nvSpPr>
          <p:cNvPr id="3" name="Subtitle 2">
            <a:extLst>
              <a:ext uri="{FF2B5EF4-FFF2-40B4-BE49-F238E27FC236}">
                <a16:creationId xmlns:a16="http://schemas.microsoft.com/office/drawing/2014/main" id="{6DD9B3A5-84C3-9AAD-01E6-689F7E11B70A}"/>
              </a:ext>
            </a:extLst>
          </p:cNvPr>
          <p:cNvSpPr>
            <a:spLocks noGrp="1"/>
          </p:cNvSpPr>
          <p:nvPr>
            <p:ph type="body" idx="1"/>
          </p:nvPr>
        </p:nvSpPr>
        <p:spPr/>
        <p:txBody>
          <a:bodyPr/>
          <a:lstStyle/>
          <a:p>
            <a:r>
              <a:rPr lang="en-US" dirty="0"/>
              <a:t>Case Enumeration / Commonality Variability / State Design pattern</a:t>
            </a:r>
          </a:p>
        </p:txBody>
      </p:sp>
    </p:spTree>
    <p:extLst>
      <p:ext uri="{BB962C8B-B14F-4D97-AF65-F5344CB8AC3E}">
        <p14:creationId xmlns:p14="http://schemas.microsoft.com/office/powerpoint/2010/main" val="15384876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61555-73BD-9C7E-AFB5-48EA654343A7}"/>
              </a:ext>
            </a:extLst>
          </p:cNvPr>
          <p:cNvSpPr>
            <a:spLocks noGrp="1"/>
          </p:cNvSpPr>
          <p:nvPr>
            <p:ph type="title"/>
          </p:nvPr>
        </p:nvSpPr>
        <p:spPr/>
        <p:txBody>
          <a:bodyPr/>
          <a:lstStyle/>
          <a:p>
            <a:r>
              <a:rPr lang="en-US" dirty="0"/>
              <a:t>Enumerating Cases</a:t>
            </a:r>
          </a:p>
        </p:txBody>
      </p:sp>
      <p:sp>
        <p:nvSpPr>
          <p:cNvPr id="3" name="Text Placeholder 2">
            <a:extLst>
              <a:ext uri="{FF2B5EF4-FFF2-40B4-BE49-F238E27FC236}">
                <a16:creationId xmlns:a16="http://schemas.microsoft.com/office/drawing/2014/main" id="{8BE79200-7833-AB2E-0BB0-09A028EFD97A}"/>
              </a:ext>
            </a:extLst>
          </p:cNvPr>
          <p:cNvSpPr>
            <a:spLocks noGrp="1"/>
          </p:cNvSpPr>
          <p:nvPr>
            <p:ph type="body" idx="1"/>
          </p:nvPr>
        </p:nvSpPr>
        <p:spPr/>
        <p:txBody>
          <a:bodyPr/>
          <a:lstStyle/>
          <a:p>
            <a:r>
              <a:rPr lang="en-US" dirty="0"/>
              <a:t>Commonality Variability Analysis and other approaches</a:t>
            </a:r>
          </a:p>
        </p:txBody>
      </p:sp>
    </p:spTree>
    <p:extLst>
      <p:ext uri="{BB962C8B-B14F-4D97-AF65-F5344CB8AC3E}">
        <p14:creationId xmlns:p14="http://schemas.microsoft.com/office/powerpoint/2010/main" val="2059030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CEB54-8D9A-83E4-49F3-FCA134C866EC}"/>
              </a:ext>
            </a:extLst>
          </p:cNvPr>
          <p:cNvSpPr>
            <a:spLocks noGrp="1"/>
          </p:cNvSpPr>
          <p:nvPr>
            <p:ph type="title"/>
          </p:nvPr>
        </p:nvSpPr>
        <p:spPr/>
        <p:txBody>
          <a:bodyPr/>
          <a:lstStyle/>
          <a:p>
            <a:r>
              <a:rPr lang="en-US" dirty="0"/>
              <a:t>Commonality Variability Analysis</a:t>
            </a:r>
          </a:p>
        </p:txBody>
      </p:sp>
      <p:sp>
        <p:nvSpPr>
          <p:cNvPr id="4" name="Text Placeholder 3">
            <a:extLst>
              <a:ext uri="{FF2B5EF4-FFF2-40B4-BE49-F238E27FC236}">
                <a16:creationId xmlns:a16="http://schemas.microsoft.com/office/drawing/2014/main" id="{75390372-F287-9FBF-B099-3250CDD180A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472166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EF81F-A844-C4C0-06EE-0E16BC55DA4B}"/>
              </a:ext>
            </a:extLst>
          </p:cNvPr>
          <p:cNvSpPr>
            <a:spLocks noGrp="1"/>
          </p:cNvSpPr>
          <p:nvPr>
            <p:ph type="title"/>
          </p:nvPr>
        </p:nvSpPr>
        <p:spPr/>
        <p:txBody>
          <a:bodyPr/>
          <a:lstStyle/>
          <a:p>
            <a:r>
              <a:rPr lang="en-US" dirty="0"/>
              <a:t>What is Commonality </a:t>
            </a:r>
            <a:r>
              <a:rPr lang="en-US" dirty="0" err="1"/>
              <a:t>Variablity</a:t>
            </a:r>
            <a:r>
              <a:rPr lang="en-US" dirty="0"/>
              <a:t> Analysis</a:t>
            </a:r>
          </a:p>
        </p:txBody>
      </p:sp>
      <p:sp>
        <p:nvSpPr>
          <p:cNvPr id="2" name="Content Placeholder 1">
            <a:extLst>
              <a:ext uri="{FF2B5EF4-FFF2-40B4-BE49-F238E27FC236}">
                <a16:creationId xmlns:a16="http://schemas.microsoft.com/office/drawing/2014/main" id="{3D28289A-1786-FFE3-63C1-96A66B224C4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059675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D925C-8759-53A5-61BA-7BE1CCE9688A}"/>
              </a:ext>
            </a:extLst>
          </p:cNvPr>
          <p:cNvSpPr>
            <a:spLocks noGrp="1"/>
          </p:cNvSpPr>
          <p:nvPr>
            <p:ph type="title"/>
          </p:nvPr>
        </p:nvSpPr>
        <p:spPr/>
        <p:txBody>
          <a:bodyPr/>
          <a:lstStyle/>
          <a:p>
            <a:r>
              <a:rPr lang="en-US" dirty="0"/>
              <a:t>How do we Apply Commonality Variability Analysis</a:t>
            </a:r>
          </a:p>
        </p:txBody>
      </p:sp>
      <p:sp>
        <p:nvSpPr>
          <p:cNvPr id="3" name="Content Placeholder 2">
            <a:extLst>
              <a:ext uri="{FF2B5EF4-FFF2-40B4-BE49-F238E27FC236}">
                <a16:creationId xmlns:a16="http://schemas.microsoft.com/office/drawing/2014/main" id="{CEB00A7C-E2BD-11E8-CB0B-E0B475A9BDA5}"/>
              </a:ext>
            </a:extLst>
          </p:cNvPr>
          <p:cNvSpPr>
            <a:spLocks noGrp="1"/>
          </p:cNvSpPr>
          <p:nvPr>
            <p:ph idx="1"/>
          </p:nvPr>
        </p:nvSpPr>
        <p:spPr/>
        <p:txBody>
          <a:bodyPr/>
          <a:lstStyle/>
          <a:p>
            <a:pPr marL="342900" indent="-342900">
              <a:buAutoNum type="arabicPeriod"/>
            </a:pPr>
            <a:r>
              <a:rPr lang="en-US" dirty="0"/>
              <a:t>Establish the Scope</a:t>
            </a:r>
          </a:p>
          <a:p>
            <a:pPr marL="342900" indent="-342900">
              <a:buAutoNum type="arabicPeriod"/>
            </a:pPr>
            <a:r>
              <a:rPr lang="en-US" dirty="0"/>
              <a:t>Identify Commonalities and Variabilities</a:t>
            </a:r>
          </a:p>
          <a:p>
            <a:pPr marL="342900" indent="-342900">
              <a:buAutoNum type="arabicPeriod"/>
            </a:pPr>
            <a:r>
              <a:rPr lang="en-US" dirty="0"/>
              <a:t>Bound the Variabilities </a:t>
            </a:r>
          </a:p>
          <a:p>
            <a:pPr marL="342900" indent="-342900">
              <a:buAutoNum type="arabicPeriod"/>
            </a:pPr>
            <a:r>
              <a:rPr lang="en-US" dirty="0"/>
              <a:t>Exploit the Commonalities</a:t>
            </a:r>
          </a:p>
          <a:p>
            <a:pPr marL="342900" indent="-342900">
              <a:buAutoNum type="arabicPeriod"/>
            </a:pPr>
            <a:r>
              <a:rPr lang="en-US" dirty="0"/>
              <a:t>Accommodate the variabilities</a:t>
            </a:r>
          </a:p>
        </p:txBody>
      </p:sp>
    </p:spTree>
    <p:extLst>
      <p:ext uri="{BB962C8B-B14F-4D97-AF65-F5344CB8AC3E}">
        <p14:creationId xmlns:p14="http://schemas.microsoft.com/office/powerpoint/2010/main" val="27682971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A7BD0-8E42-8A3E-6A5A-07739343D093}"/>
              </a:ext>
            </a:extLst>
          </p:cNvPr>
          <p:cNvSpPr>
            <a:spLocks noGrp="1"/>
          </p:cNvSpPr>
          <p:nvPr>
            <p:ph type="title"/>
          </p:nvPr>
        </p:nvSpPr>
        <p:spPr/>
        <p:txBody>
          <a:bodyPr/>
          <a:lstStyle/>
          <a:p>
            <a:r>
              <a:rPr lang="en-US" dirty="0"/>
              <a:t>Commonality Variability with Magic</a:t>
            </a:r>
          </a:p>
        </p:txBody>
      </p:sp>
      <p:sp>
        <p:nvSpPr>
          <p:cNvPr id="3" name="Content Placeholder 2">
            <a:extLst>
              <a:ext uri="{FF2B5EF4-FFF2-40B4-BE49-F238E27FC236}">
                <a16:creationId xmlns:a16="http://schemas.microsoft.com/office/drawing/2014/main" id="{7A5773A7-BEF5-A4D3-0EE9-4E8B5A53AA63}"/>
              </a:ext>
            </a:extLst>
          </p:cNvPr>
          <p:cNvSpPr>
            <a:spLocks noGrp="1"/>
          </p:cNvSpPr>
          <p:nvPr>
            <p:ph idx="1"/>
          </p:nvPr>
        </p:nvSpPr>
        <p:spPr/>
        <p:txBody>
          <a:bodyPr>
            <a:normAutofit fontScale="85000" lnSpcReduction="10000"/>
          </a:bodyPr>
          <a:lstStyle/>
          <a:p>
            <a:pPr marL="0" indent="0">
              <a:buNone/>
            </a:pPr>
            <a:r>
              <a:rPr lang="en-US" dirty="0"/>
              <a:t>We will be doing a commonality variability study with Magic the Gathering Cards.</a:t>
            </a:r>
          </a:p>
          <a:p>
            <a:pPr marL="0" indent="0">
              <a:buNone/>
            </a:pPr>
            <a:r>
              <a:rPr lang="en-US" dirty="0"/>
              <a:t>Don’t worry if you don’t play magic it </a:t>
            </a:r>
            <a:r>
              <a:rPr lang="en-US" dirty="0" err="1"/>
              <a:t>dosen’t</a:t>
            </a:r>
            <a:r>
              <a:rPr lang="en-US" dirty="0"/>
              <a:t> matter.</a:t>
            </a:r>
          </a:p>
          <a:p>
            <a:pPr marL="0" indent="0">
              <a:buNone/>
            </a:pPr>
            <a:r>
              <a:rPr lang="en-US" dirty="0"/>
              <a:t>People who play magic or other card games may be able to find additional commonalities and variability but that is not the point. The point is to look at what you have and do this to the best of your ability based on what is in front of you.</a:t>
            </a:r>
          </a:p>
          <a:p>
            <a:pPr marL="0" indent="0">
              <a:buNone/>
            </a:pPr>
            <a:r>
              <a:rPr lang="en-US" dirty="0"/>
              <a:t>I will put up an anatomy of a magic card up on the board so that you can see what things mean on the cards but again finding the obvious commonalities and variability in the cards is what is important.</a:t>
            </a:r>
          </a:p>
          <a:p>
            <a:pPr marL="0" indent="0">
              <a:buNone/>
            </a:pPr>
            <a:r>
              <a:rPr lang="en-US" dirty="0"/>
              <a:t>You will have 15 cards to start with.  Apply these principles to your starting cards.</a:t>
            </a:r>
          </a:p>
          <a:p>
            <a:pPr marL="0" indent="0">
              <a:buNone/>
            </a:pPr>
            <a:r>
              <a:rPr lang="en-US" dirty="0"/>
              <a:t>Do not worry about doing damage to these cards they will be tossed after class or you can keep them whatever.</a:t>
            </a:r>
          </a:p>
          <a:p>
            <a:pPr marL="0" indent="0">
              <a:buNone/>
            </a:pPr>
            <a:r>
              <a:rPr lang="en-US" dirty="0"/>
              <a:t>I put </a:t>
            </a:r>
            <a:r>
              <a:rPr lang="en-US" dirty="0" err="1"/>
              <a:t>sleves</a:t>
            </a:r>
            <a:r>
              <a:rPr lang="en-US" dirty="0"/>
              <a:t> on them not to product them but so you can use dry erase markers to write on them and erase if you want to.</a:t>
            </a:r>
          </a:p>
        </p:txBody>
      </p:sp>
    </p:spTree>
    <p:extLst>
      <p:ext uri="{BB962C8B-B14F-4D97-AF65-F5344CB8AC3E}">
        <p14:creationId xmlns:p14="http://schemas.microsoft.com/office/powerpoint/2010/main" val="26523608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E471C4E-6BEE-C34C-2945-955FABF997D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FB847B9-F248-C4A6-FA38-0B61108FBE31}"/>
              </a:ext>
            </a:extLst>
          </p:cNvPr>
          <p:cNvPicPr>
            <a:picLocks noGrp="1" noChangeAspect="1"/>
          </p:cNvPicPr>
          <p:nvPr>
            <p:ph idx="1"/>
          </p:nvPr>
        </p:nvPicPr>
        <p:blipFill>
          <a:blip r:embed="rId3"/>
          <a:stretch>
            <a:fillRect/>
          </a:stretch>
        </p:blipFill>
        <p:spPr>
          <a:xfrm>
            <a:off x="559837" y="452719"/>
            <a:ext cx="10986051" cy="6149332"/>
          </a:xfrm>
        </p:spPr>
      </p:pic>
    </p:spTree>
    <p:extLst>
      <p:ext uri="{BB962C8B-B14F-4D97-AF65-F5344CB8AC3E}">
        <p14:creationId xmlns:p14="http://schemas.microsoft.com/office/powerpoint/2010/main" val="42534375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4D658-22EA-B2EB-F064-11302D5FA567}"/>
              </a:ext>
            </a:extLst>
          </p:cNvPr>
          <p:cNvSpPr>
            <a:spLocks noGrp="1"/>
          </p:cNvSpPr>
          <p:nvPr>
            <p:ph type="title"/>
          </p:nvPr>
        </p:nvSpPr>
        <p:spPr/>
        <p:txBody>
          <a:bodyPr/>
          <a:lstStyle/>
          <a:p>
            <a:r>
              <a:rPr lang="en-US" dirty="0"/>
              <a:t>Initial assessment (5 Min)</a:t>
            </a:r>
          </a:p>
        </p:txBody>
      </p:sp>
      <p:sp>
        <p:nvSpPr>
          <p:cNvPr id="3" name="Content Placeholder 2">
            <a:extLst>
              <a:ext uri="{FF2B5EF4-FFF2-40B4-BE49-F238E27FC236}">
                <a16:creationId xmlns:a16="http://schemas.microsoft.com/office/drawing/2014/main" id="{C16FA16B-E70D-5945-C29B-425235D312BD}"/>
              </a:ext>
            </a:extLst>
          </p:cNvPr>
          <p:cNvSpPr>
            <a:spLocks noGrp="1"/>
          </p:cNvSpPr>
          <p:nvPr>
            <p:ph idx="1"/>
          </p:nvPr>
        </p:nvSpPr>
        <p:spPr/>
        <p:txBody>
          <a:bodyPr/>
          <a:lstStyle/>
          <a:p>
            <a:r>
              <a:rPr lang="en-US" dirty="0"/>
              <a:t>Each of you has a magic card.</a:t>
            </a:r>
          </a:p>
          <a:p>
            <a:r>
              <a:rPr lang="en-US" dirty="0"/>
              <a:t>Look at your magic card and at the top of an index card (one card per attribute)  list as many attributes as you can of the card you are looking at.</a:t>
            </a:r>
          </a:p>
        </p:txBody>
      </p:sp>
    </p:spTree>
    <p:extLst>
      <p:ext uri="{BB962C8B-B14F-4D97-AF65-F5344CB8AC3E}">
        <p14:creationId xmlns:p14="http://schemas.microsoft.com/office/powerpoint/2010/main" val="26941343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86360-AAA0-516D-077A-B548649B7476}"/>
              </a:ext>
            </a:extLst>
          </p:cNvPr>
          <p:cNvSpPr>
            <a:spLocks noGrp="1"/>
          </p:cNvSpPr>
          <p:nvPr>
            <p:ph type="title"/>
          </p:nvPr>
        </p:nvSpPr>
        <p:spPr/>
        <p:txBody>
          <a:bodyPr/>
          <a:lstStyle/>
          <a:p>
            <a:r>
              <a:rPr lang="en-US" dirty="0"/>
              <a:t>Establish the Scope Take 10 Min</a:t>
            </a:r>
          </a:p>
        </p:txBody>
      </p:sp>
      <p:sp>
        <p:nvSpPr>
          <p:cNvPr id="3" name="Content Placeholder 2">
            <a:extLst>
              <a:ext uri="{FF2B5EF4-FFF2-40B4-BE49-F238E27FC236}">
                <a16:creationId xmlns:a16="http://schemas.microsoft.com/office/drawing/2014/main" id="{D99FA6EB-5634-0309-194C-E1E141140DAE}"/>
              </a:ext>
            </a:extLst>
          </p:cNvPr>
          <p:cNvSpPr>
            <a:spLocks noGrp="1"/>
          </p:cNvSpPr>
          <p:nvPr>
            <p:ph idx="1"/>
          </p:nvPr>
        </p:nvSpPr>
        <p:spPr/>
        <p:txBody>
          <a:bodyPr>
            <a:normAutofit fontScale="92500" lnSpcReduction="20000"/>
          </a:bodyPr>
          <a:lstStyle/>
          <a:p>
            <a:pPr marL="0" indent="0">
              <a:buNone/>
            </a:pPr>
            <a:r>
              <a:rPr lang="en-US" dirty="0"/>
              <a:t>Now as a team look at all the cards your team has.</a:t>
            </a:r>
          </a:p>
          <a:p>
            <a:pPr marL="0" indent="0">
              <a:buNone/>
            </a:pPr>
            <a:r>
              <a:rPr lang="en-US" dirty="0"/>
              <a:t>Try and discover what the full scope of the cards you have include.</a:t>
            </a:r>
          </a:p>
          <a:p>
            <a:pPr marL="0" indent="0">
              <a:buNone/>
            </a:pPr>
            <a:r>
              <a:rPr lang="en-US" dirty="0"/>
              <a:t>As a help magic only has 5 main colors you can see the colors represented as dots on the back of the cards.</a:t>
            </a:r>
          </a:p>
          <a:p>
            <a:pPr marL="0" indent="0">
              <a:buNone/>
            </a:pPr>
            <a:r>
              <a:rPr lang="en-US" dirty="0"/>
              <a:t>Cards can also be colorless.</a:t>
            </a:r>
          </a:p>
          <a:p>
            <a:pPr marL="0" indent="0">
              <a:buNone/>
            </a:pPr>
            <a:r>
              <a:rPr lang="en-US" dirty="0"/>
              <a:t>Outside of that established scope see what you can make of any other scope and looking at the cards you have eliminate any things you don’t believe are </a:t>
            </a:r>
            <a:r>
              <a:rPr lang="en-US" dirty="0" err="1"/>
              <a:t>pratical</a:t>
            </a:r>
            <a:r>
              <a:rPr lang="en-US" dirty="0"/>
              <a:t> changes that could be made.</a:t>
            </a:r>
          </a:p>
          <a:p>
            <a:pPr marL="0" indent="0">
              <a:buNone/>
            </a:pPr>
            <a:r>
              <a:rPr lang="en-US" dirty="0"/>
              <a:t>Write the elements of this scope on a single index card.  </a:t>
            </a:r>
          </a:p>
          <a:p>
            <a:pPr marL="0" indent="0">
              <a:buNone/>
            </a:pPr>
            <a:r>
              <a:rPr lang="en-US" dirty="0"/>
              <a:t>ALL THE CARDS YOU HAVE MUST BE IN SCOPE. (IE none of them can break the parameters of your scope)</a:t>
            </a:r>
          </a:p>
          <a:p>
            <a:pPr marL="0" indent="0">
              <a:buNone/>
            </a:pPr>
            <a:r>
              <a:rPr lang="en-US" dirty="0"/>
              <a:t>Determine at least 3 other things you will not allow within your scope or must exist to be included within your scope.</a:t>
            </a:r>
          </a:p>
        </p:txBody>
      </p:sp>
    </p:spTree>
    <p:extLst>
      <p:ext uri="{BB962C8B-B14F-4D97-AF65-F5344CB8AC3E}">
        <p14:creationId xmlns:p14="http://schemas.microsoft.com/office/powerpoint/2010/main" val="20183904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BA3AE-132F-3B54-32E3-FB39924DE341}"/>
              </a:ext>
            </a:extLst>
          </p:cNvPr>
          <p:cNvSpPr>
            <a:spLocks noGrp="1"/>
          </p:cNvSpPr>
          <p:nvPr>
            <p:ph type="title"/>
          </p:nvPr>
        </p:nvSpPr>
        <p:spPr/>
        <p:txBody>
          <a:bodyPr/>
          <a:lstStyle/>
          <a:p>
            <a:r>
              <a:rPr lang="en-US" dirty="0"/>
              <a:t>Identify Commonalities / </a:t>
            </a:r>
            <a:r>
              <a:rPr lang="en-US" dirty="0" err="1"/>
              <a:t>Variablities</a:t>
            </a:r>
            <a:r>
              <a:rPr lang="en-US" dirty="0"/>
              <a:t> Setup (15 MIN)</a:t>
            </a:r>
          </a:p>
        </p:txBody>
      </p:sp>
      <p:sp>
        <p:nvSpPr>
          <p:cNvPr id="3" name="Content Placeholder 2">
            <a:extLst>
              <a:ext uri="{FF2B5EF4-FFF2-40B4-BE49-F238E27FC236}">
                <a16:creationId xmlns:a16="http://schemas.microsoft.com/office/drawing/2014/main" id="{8295392F-56BC-9208-822D-B0BE01DFFBE7}"/>
              </a:ext>
            </a:extLst>
          </p:cNvPr>
          <p:cNvSpPr>
            <a:spLocks noGrp="1"/>
          </p:cNvSpPr>
          <p:nvPr>
            <p:ph idx="1"/>
          </p:nvPr>
        </p:nvSpPr>
        <p:spPr/>
        <p:txBody>
          <a:bodyPr/>
          <a:lstStyle/>
          <a:p>
            <a:r>
              <a:rPr lang="en-US" dirty="0"/>
              <a:t>Take all the cards you created when you were doing your individual initial </a:t>
            </a:r>
            <a:r>
              <a:rPr lang="en-US" dirty="0" err="1"/>
              <a:t>assesments</a:t>
            </a:r>
            <a:r>
              <a:rPr lang="en-US" dirty="0"/>
              <a:t>.</a:t>
            </a:r>
          </a:p>
          <a:p>
            <a:r>
              <a:rPr lang="en-US" dirty="0"/>
              <a:t>Compare those cards to all the cards others created.</a:t>
            </a:r>
          </a:p>
          <a:p>
            <a:r>
              <a:rPr lang="en-US" dirty="0"/>
              <a:t>Throw away any duplicate attribute cards or combine similar concepts into one card.</a:t>
            </a:r>
          </a:p>
          <a:p>
            <a:r>
              <a:rPr lang="en-US" dirty="0"/>
              <a:t>Once you have gotten rid of extra cards come up with any additional attributes any of the cards you now know about have.</a:t>
            </a:r>
          </a:p>
          <a:p>
            <a:r>
              <a:rPr lang="en-US" dirty="0"/>
              <a:t>You should get more general (They all Have a color,  They all have a Name)</a:t>
            </a:r>
          </a:p>
          <a:p>
            <a:r>
              <a:rPr lang="en-US" dirty="0"/>
              <a:t>You should also get more specific (Some cards are sorcery cards)</a:t>
            </a:r>
          </a:p>
        </p:txBody>
      </p:sp>
    </p:spTree>
    <p:extLst>
      <p:ext uri="{BB962C8B-B14F-4D97-AF65-F5344CB8AC3E}">
        <p14:creationId xmlns:p14="http://schemas.microsoft.com/office/powerpoint/2010/main" val="22519411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C0FAA-E3A8-0C1B-6E6A-3EF739106AD1}"/>
              </a:ext>
            </a:extLst>
          </p:cNvPr>
          <p:cNvSpPr>
            <a:spLocks noGrp="1"/>
          </p:cNvSpPr>
          <p:nvPr>
            <p:ph type="title"/>
          </p:nvPr>
        </p:nvSpPr>
        <p:spPr/>
        <p:txBody>
          <a:bodyPr/>
          <a:lstStyle/>
          <a:p>
            <a:r>
              <a:rPr lang="en-US" dirty="0"/>
              <a:t>Determine what cards fit in which group (15 Min)</a:t>
            </a:r>
          </a:p>
        </p:txBody>
      </p:sp>
      <p:sp>
        <p:nvSpPr>
          <p:cNvPr id="3" name="Content Placeholder 2">
            <a:extLst>
              <a:ext uri="{FF2B5EF4-FFF2-40B4-BE49-F238E27FC236}">
                <a16:creationId xmlns:a16="http://schemas.microsoft.com/office/drawing/2014/main" id="{0281F730-8D6B-BF22-F4B5-42449E7A9F4F}"/>
              </a:ext>
            </a:extLst>
          </p:cNvPr>
          <p:cNvSpPr>
            <a:spLocks noGrp="1"/>
          </p:cNvSpPr>
          <p:nvPr>
            <p:ph idx="1"/>
          </p:nvPr>
        </p:nvSpPr>
        <p:spPr/>
        <p:txBody>
          <a:bodyPr/>
          <a:lstStyle/>
          <a:p>
            <a:pPr marL="0" indent="0">
              <a:buNone/>
            </a:pPr>
            <a:r>
              <a:rPr lang="en-US" dirty="0"/>
              <a:t>You may want to number each of the individual cards to make this easier.</a:t>
            </a:r>
          </a:p>
          <a:p>
            <a:pPr marL="0" indent="0">
              <a:buNone/>
            </a:pPr>
            <a:r>
              <a:rPr lang="en-US" dirty="0"/>
              <a:t>For the next 15 min Grab a card from your pile of attributes and then go through each magic card card (It may help to have each person have a subset of cards)  If that card fits into that group write the name or number of that card on your index card.</a:t>
            </a:r>
          </a:p>
          <a:p>
            <a:pPr marL="0" indent="0">
              <a:buNone/>
            </a:pPr>
            <a:r>
              <a:rPr lang="en-US" dirty="0"/>
              <a:t>Keep doing this for each index card.</a:t>
            </a:r>
          </a:p>
          <a:p>
            <a:pPr marL="0" indent="0">
              <a:buNone/>
            </a:pPr>
            <a:r>
              <a:rPr lang="en-US" dirty="0"/>
              <a:t>If you run out of index cards figure out if there are attributes you are missing.  Make those cards and continue this activity with those cards as you make them.</a:t>
            </a:r>
          </a:p>
          <a:p>
            <a:pPr marL="0" indent="0">
              <a:buNone/>
            </a:pPr>
            <a:endParaRPr lang="en-US" dirty="0"/>
          </a:p>
        </p:txBody>
      </p:sp>
    </p:spTree>
    <p:extLst>
      <p:ext uri="{BB962C8B-B14F-4D97-AF65-F5344CB8AC3E}">
        <p14:creationId xmlns:p14="http://schemas.microsoft.com/office/powerpoint/2010/main" val="33469883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3F2C1-FE35-759A-EB1B-55AACDE597E2}"/>
              </a:ext>
            </a:extLst>
          </p:cNvPr>
          <p:cNvSpPr>
            <a:spLocks noGrp="1"/>
          </p:cNvSpPr>
          <p:nvPr>
            <p:ph type="title"/>
          </p:nvPr>
        </p:nvSpPr>
        <p:spPr/>
        <p:txBody>
          <a:bodyPr/>
          <a:lstStyle/>
          <a:p>
            <a:r>
              <a:rPr lang="en-US" dirty="0"/>
              <a:t>Bound the </a:t>
            </a:r>
            <a:r>
              <a:rPr lang="en-US" dirty="0" err="1"/>
              <a:t>Variabilites</a:t>
            </a:r>
            <a:r>
              <a:rPr lang="en-US" dirty="0"/>
              <a:t> (10 Min)</a:t>
            </a:r>
          </a:p>
        </p:txBody>
      </p:sp>
      <p:sp>
        <p:nvSpPr>
          <p:cNvPr id="3" name="Content Placeholder 2">
            <a:extLst>
              <a:ext uri="{FF2B5EF4-FFF2-40B4-BE49-F238E27FC236}">
                <a16:creationId xmlns:a16="http://schemas.microsoft.com/office/drawing/2014/main" id="{59481873-3753-810C-6DAA-9605464675E0}"/>
              </a:ext>
            </a:extLst>
          </p:cNvPr>
          <p:cNvSpPr>
            <a:spLocks noGrp="1"/>
          </p:cNvSpPr>
          <p:nvPr>
            <p:ph idx="1"/>
          </p:nvPr>
        </p:nvSpPr>
        <p:spPr/>
        <p:txBody>
          <a:bodyPr/>
          <a:lstStyle/>
          <a:p>
            <a:pPr marL="0" indent="0">
              <a:buNone/>
            </a:pPr>
            <a:r>
              <a:rPr lang="en-US" dirty="0"/>
              <a:t>Put your scope card front and center so everyone can see it.</a:t>
            </a:r>
          </a:p>
          <a:p>
            <a:pPr marL="0" indent="0">
              <a:buNone/>
            </a:pPr>
            <a:r>
              <a:rPr lang="en-US" dirty="0"/>
              <a:t>For the next 10 minutes do the following</a:t>
            </a:r>
          </a:p>
          <a:p>
            <a:pPr marL="0" indent="0">
              <a:buNone/>
            </a:pPr>
            <a:r>
              <a:rPr lang="en-US" dirty="0"/>
              <a:t>Look at the variability cards you have.</a:t>
            </a:r>
          </a:p>
          <a:p>
            <a:pPr marL="0" indent="0">
              <a:buNone/>
            </a:pPr>
            <a:r>
              <a:rPr lang="en-US" dirty="0"/>
              <a:t>For each card as a group decide what the boundaries you want to place on that variability are.</a:t>
            </a:r>
          </a:p>
          <a:p>
            <a:pPr marL="0" indent="0">
              <a:buNone/>
            </a:pPr>
            <a:r>
              <a:rPr lang="en-US" dirty="0"/>
              <a:t>To do this the </a:t>
            </a:r>
            <a:r>
              <a:rPr lang="en-US" dirty="0" err="1"/>
              <a:t>boundries</a:t>
            </a:r>
            <a:r>
              <a:rPr lang="en-US" dirty="0"/>
              <a:t>.</a:t>
            </a:r>
          </a:p>
          <a:p>
            <a:pPr marL="342900" indent="-342900">
              <a:buFont typeface="+mj-lt"/>
              <a:buAutoNum type="arabicPeriod"/>
            </a:pPr>
            <a:r>
              <a:rPr lang="en-US" dirty="0"/>
              <a:t>Can not cause you to exclude any card that do not fit in to this variability.</a:t>
            </a:r>
          </a:p>
          <a:p>
            <a:pPr marL="342900" indent="-342900">
              <a:buFont typeface="+mj-lt"/>
              <a:buAutoNum type="arabicPeriod"/>
            </a:pPr>
            <a:r>
              <a:rPr lang="en-US" dirty="0"/>
              <a:t>Must account for all the cards that do exist within this variability.</a:t>
            </a:r>
          </a:p>
          <a:p>
            <a:pPr marL="342900" indent="-342900">
              <a:buFont typeface="+mj-lt"/>
              <a:buAutoNum type="arabicPeriod"/>
            </a:pPr>
            <a:r>
              <a:rPr lang="en-US" dirty="0"/>
              <a:t>Clearly define what does and does not fix in to this variation.</a:t>
            </a:r>
          </a:p>
          <a:p>
            <a:pPr marL="342900" indent="-34290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4587595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9179-93BB-13DC-0429-36B5EEB389AE}"/>
              </a:ext>
            </a:extLst>
          </p:cNvPr>
          <p:cNvSpPr>
            <a:spLocks noGrp="1"/>
          </p:cNvSpPr>
          <p:nvPr>
            <p:ph type="title"/>
          </p:nvPr>
        </p:nvSpPr>
        <p:spPr/>
        <p:txBody>
          <a:bodyPr/>
          <a:lstStyle/>
          <a:p>
            <a:r>
              <a:rPr lang="en-US" dirty="0"/>
              <a:t>Exploit the Commonalities (On a white board </a:t>
            </a:r>
            <a:r>
              <a:rPr lang="en-US" dirty="0" err="1"/>
              <a:t>Psudeo</a:t>
            </a:r>
            <a:r>
              <a:rPr lang="en-US" dirty="0"/>
              <a:t> Code)</a:t>
            </a:r>
          </a:p>
        </p:txBody>
      </p:sp>
      <p:sp>
        <p:nvSpPr>
          <p:cNvPr id="3" name="Content Placeholder 2">
            <a:extLst>
              <a:ext uri="{FF2B5EF4-FFF2-40B4-BE49-F238E27FC236}">
                <a16:creationId xmlns:a16="http://schemas.microsoft.com/office/drawing/2014/main" id="{E8CB738A-EBEF-668E-F424-03B728714624}"/>
              </a:ext>
            </a:extLst>
          </p:cNvPr>
          <p:cNvSpPr>
            <a:spLocks noGrp="1"/>
          </p:cNvSpPr>
          <p:nvPr>
            <p:ph idx="1"/>
          </p:nvPr>
        </p:nvSpPr>
        <p:spPr/>
        <p:txBody>
          <a:bodyPr/>
          <a:lstStyle/>
          <a:p>
            <a:pPr marL="0" indent="0">
              <a:buNone/>
            </a:pPr>
            <a:r>
              <a:rPr lang="en-US" dirty="0"/>
              <a:t>For the next 10 minutes look at all of the commonalities your card have.</a:t>
            </a:r>
          </a:p>
          <a:p>
            <a:pPr marL="0" indent="0">
              <a:buNone/>
            </a:pPr>
            <a:r>
              <a:rPr lang="en-US" dirty="0"/>
              <a:t>Create an interface (Or set of interfaces remember single responsibility and interface segregation) design that lists all of the properties that all the cards have in common.</a:t>
            </a:r>
          </a:p>
          <a:p>
            <a:pPr marL="0" indent="0">
              <a:buNone/>
            </a:pPr>
            <a:r>
              <a:rPr lang="en-US" dirty="0"/>
              <a:t>Create a Card Class that inherits all of these interfaces.</a:t>
            </a:r>
          </a:p>
        </p:txBody>
      </p:sp>
    </p:spTree>
    <p:extLst>
      <p:ext uri="{BB962C8B-B14F-4D97-AF65-F5344CB8AC3E}">
        <p14:creationId xmlns:p14="http://schemas.microsoft.com/office/powerpoint/2010/main" val="31488758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845CF-D98C-EF3A-3145-6969D6554C46}"/>
              </a:ext>
            </a:extLst>
          </p:cNvPr>
          <p:cNvSpPr>
            <a:spLocks noGrp="1"/>
          </p:cNvSpPr>
          <p:nvPr>
            <p:ph type="title"/>
          </p:nvPr>
        </p:nvSpPr>
        <p:spPr/>
        <p:txBody>
          <a:bodyPr/>
          <a:lstStyle/>
          <a:p>
            <a:r>
              <a:rPr lang="en-US" dirty="0"/>
              <a:t>Accommodate for the Variabilities (10 Min)</a:t>
            </a:r>
          </a:p>
        </p:txBody>
      </p:sp>
      <p:sp>
        <p:nvSpPr>
          <p:cNvPr id="3" name="Content Placeholder 2">
            <a:extLst>
              <a:ext uri="{FF2B5EF4-FFF2-40B4-BE49-F238E27FC236}">
                <a16:creationId xmlns:a16="http://schemas.microsoft.com/office/drawing/2014/main" id="{D4E4FA7E-BAB8-A2EA-AFCF-21AB1DDAA69F}"/>
              </a:ext>
            </a:extLst>
          </p:cNvPr>
          <p:cNvSpPr>
            <a:spLocks noGrp="1"/>
          </p:cNvSpPr>
          <p:nvPr>
            <p:ph idx="1"/>
          </p:nvPr>
        </p:nvSpPr>
        <p:spPr/>
        <p:txBody>
          <a:bodyPr/>
          <a:lstStyle/>
          <a:p>
            <a:r>
              <a:rPr lang="en-US"/>
              <a:t>                   </a:t>
            </a:r>
            <a:endParaRPr lang="en-US" dirty="0"/>
          </a:p>
        </p:txBody>
      </p:sp>
    </p:spTree>
    <p:extLst>
      <p:ext uri="{BB962C8B-B14F-4D97-AF65-F5344CB8AC3E}">
        <p14:creationId xmlns:p14="http://schemas.microsoft.com/office/powerpoint/2010/main" val="19951445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69606-6F64-C751-595A-59587C95E1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C44F2F-0142-672E-C560-246627CE2E6A}"/>
              </a:ext>
            </a:extLst>
          </p:cNvPr>
          <p:cNvSpPr>
            <a:spLocks noGrp="1"/>
          </p:cNvSpPr>
          <p:nvPr>
            <p:ph type="title"/>
          </p:nvPr>
        </p:nvSpPr>
        <p:spPr/>
        <p:txBody>
          <a:bodyPr/>
          <a:lstStyle/>
          <a:p>
            <a:r>
              <a:rPr lang="en-US" dirty="0"/>
              <a:t>State Design Pattern</a:t>
            </a:r>
          </a:p>
        </p:txBody>
      </p:sp>
      <p:sp>
        <p:nvSpPr>
          <p:cNvPr id="5" name="Text Placeholder 4">
            <a:extLst>
              <a:ext uri="{FF2B5EF4-FFF2-40B4-BE49-F238E27FC236}">
                <a16:creationId xmlns:a16="http://schemas.microsoft.com/office/drawing/2014/main" id="{B35C3CAC-C349-E21B-8F90-DC8D843C17AC}"/>
              </a:ext>
            </a:extLst>
          </p:cNvPr>
          <p:cNvSpPr>
            <a:spLocks noGrp="1"/>
          </p:cNvSpPr>
          <p:nvPr>
            <p:ph type="body" idx="1"/>
          </p:nvPr>
        </p:nvSpPr>
        <p:spPr/>
        <p:txBody>
          <a:bodyPr/>
          <a:lstStyle/>
          <a:p>
            <a:r>
              <a:rPr lang="en-US" dirty="0"/>
              <a:t>Dude where am I</a:t>
            </a:r>
          </a:p>
        </p:txBody>
      </p:sp>
    </p:spTree>
    <p:extLst>
      <p:ext uri="{BB962C8B-B14F-4D97-AF65-F5344CB8AC3E}">
        <p14:creationId xmlns:p14="http://schemas.microsoft.com/office/powerpoint/2010/main" val="5097654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D2A36-75AD-8826-5AE5-C27DCC631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1ABAE-EDEB-649B-DFEE-D5B5B13DDB8C}"/>
              </a:ext>
            </a:extLst>
          </p:cNvPr>
          <p:cNvSpPr>
            <a:spLocks noGrp="1"/>
          </p:cNvSpPr>
          <p:nvPr>
            <p:ph type="title"/>
          </p:nvPr>
        </p:nvSpPr>
        <p:spPr/>
        <p:txBody>
          <a:bodyPr/>
          <a:lstStyle/>
          <a:p>
            <a:r>
              <a:rPr lang="en-US" dirty="0"/>
              <a:t>State problem space</a:t>
            </a:r>
          </a:p>
        </p:txBody>
      </p:sp>
      <p:sp>
        <p:nvSpPr>
          <p:cNvPr id="4" name="Text Placeholder 3">
            <a:extLst>
              <a:ext uri="{FF2B5EF4-FFF2-40B4-BE49-F238E27FC236}">
                <a16:creationId xmlns:a16="http://schemas.microsoft.com/office/drawing/2014/main" id="{88D269B3-2192-7964-41D5-06FC92BF853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227082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07EDD-8C1A-7035-D5B4-E2088E8E42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769460-FBDB-99B0-057B-C40AC689EC99}"/>
              </a:ext>
            </a:extLst>
          </p:cNvPr>
          <p:cNvSpPr>
            <a:spLocks noGrp="1"/>
          </p:cNvSpPr>
          <p:nvPr>
            <p:ph type="title"/>
          </p:nvPr>
        </p:nvSpPr>
        <p:spPr/>
        <p:txBody>
          <a:bodyPr/>
          <a:lstStyle/>
          <a:p>
            <a:r>
              <a:rPr lang="en-US" dirty="0"/>
              <a:t>What problems does State Pattern Help Solve?</a:t>
            </a:r>
          </a:p>
        </p:txBody>
      </p:sp>
      <p:sp>
        <p:nvSpPr>
          <p:cNvPr id="5" name="Content Placeholder 4">
            <a:extLst>
              <a:ext uri="{FF2B5EF4-FFF2-40B4-BE49-F238E27FC236}">
                <a16:creationId xmlns:a16="http://schemas.microsoft.com/office/drawing/2014/main" id="{996B8FB4-E13C-FA52-06C8-D89AC1DA5AE3}"/>
              </a:ext>
            </a:extLst>
          </p:cNvPr>
          <p:cNvSpPr>
            <a:spLocks noGrp="1"/>
          </p:cNvSpPr>
          <p:nvPr>
            <p:ph idx="1"/>
          </p:nvPr>
        </p:nvSpPr>
        <p:spPr/>
        <p:txBody>
          <a:bodyPr/>
          <a:lstStyle/>
          <a:p>
            <a:r>
              <a:rPr lang="en-US" dirty="0"/>
              <a:t>Creating a family </a:t>
            </a:r>
            <a:r>
              <a:rPr lang="en-US"/>
              <a:t>of algorithms.</a:t>
            </a:r>
          </a:p>
          <a:p>
            <a:pPr marL="0" indent="0">
              <a:buNone/>
            </a:pPr>
            <a:endParaRPr lang="en-US" dirty="0"/>
          </a:p>
          <a:p>
            <a:endParaRPr lang="en-US" dirty="0"/>
          </a:p>
        </p:txBody>
      </p:sp>
    </p:spTree>
    <p:extLst>
      <p:ext uri="{BB962C8B-B14F-4D97-AF65-F5344CB8AC3E}">
        <p14:creationId xmlns:p14="http://schemas.microsoft.com/office/powerpoint/2010/main" val="13868991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8628C-A812-4A92-FF56-BBC38ADB1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4076D-DD39-0AC2-69BE-2A640A8209F5}"/>
              </a:ext>
            </a:extLst>
          </p:cNvPr>
          <p:cNvSpPr>
            <a:spLocks noGrp="1"/>
          </p:cNvSpPr>
          <p:nvPr>
            <p:ph type="title"/>
          </p:nvPr>
        </p:nvSpPr>
        <p:spPr/>
        <p:txBody>
          <a:bodyPr/>
          <a:lstStyle/>
          <a:p>
            <a:r>
              <a:rPr lang="en-US" dirty="0"/>
              <a:t>State Pattern Defined</a:t>
            </a:r>
          </a:p>
        </p:txBody>
      </p:sp>
      <p:sp>
        <p:nvSpPr>
          <p:cNvPr id="5" name="Text Placeholder 4">
            <a:extLst>
              <a:ext uri="{FF2B5EF4-FFF2-40B4-BE49-F238E27FC236}">
                <a16:creationId xmlns:a16="http://schemas.microsoft.com/office/drawing/2014/main" id="{2B32897F-BC12-EE42-3150-C84B5F6359C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298929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521BF-B85D-DF0C-A8DB-E3CF214598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34EEAC-FFA4-B337-F482-16EDAC33D087}"/>
              </a:ext>
            </a:extLst>
          </p:cNvPr>
          <p:cNvSpPr>
            <a:spLocks noGrp="1"/>
          </p:cNvSpPr>
          <p:nvPr>
            <p:ph type="title"/>
          </p:nvPr>
        </p:nvSpPr>
        <p:spPr>
          <a:xfrm>
            <a:off x="1153907" y="1854192"/>
            <a:ext cx="2317081" cy="1574808"/>
          </a:xfrm>
        </p:spPr>
        <p:txBody>
          <a:bodyPr/>
          <a:lstStyle/>
          <a:p>
            <a:r>
              <a:rPr lang="en-US" dirty="0"/>
              <a:t>Definition</a:t>
            </a:r>
          </a:p>
        </p:txBody>
      </p:sp>
      <p:pic>
        <p:nvPicPr>
          <p:cNvPr id="10" name="Content Placeholder 9">
            <a:extLst>
              <a:ext uri="{FF2B5EF4-FFF2-40B4-BE49-F238E27FC236}">
                <a16:creationId xmlns:a16="http://schemas.microsoft.com/office/drawing/2014/main" id="{41981C67-AB97-0E56-22F9-779A51DE7553}"/>
              </a:ext>
            </a:extLst>
          </p:cNvPr>
          <p:cNvPicPr preferRelativeResize="0">
            <a:picLocks noGrp="1"/>
          </p:cNvPicPr>
          <p:nvPr>
            <p:ph type="pic" idx="1"/>
          </p:nvPr>
        </p:nvPicPr>
        <p:blipFill>
          <a:blip r:embed="rId2"/>
          <a:stretch/>
        </p:blipFill>
        <p:spPr>
          <a:xfrm>
            <a:off x="3875740" y="2033361"/>
            <a:ext cx="7792537" cy="3248478"/>
          </a:xfrm>
        </p:spPr>
      </p:pic>
      <p:sp>
        <p:nvSpPr>
          <p:cNvPr id="6" name="Text Placeholder 5">
            <a:extLst>
              <a:ext uri="{FF2B5EF4-FFF2-40B4-BE49-F238E27FC236}">
                <a16:creationId xmlns:a16="http://schemas.microsoft.com/office/drawing/2014/main" id="{10F8F449-E89C-F518-B7FA-205220B851F1}"/>
              </a:ext>
            </a:extLst>
          </p:cNvPr>
          <p:cNvSpPr>
            <a:spLocks noGrp="1"/>
          </p:cNvSpPr>
          <p:nvPr>
            <p:ph type="body" sz="half" idx="2"/>
          </p:nvPr>
        </p:nvSpPr>
        <p:spPr>
          <a:xfrm>
            <a:off x="1154955" y="3657600"/>
            <a:ext cx="2316034" cy="1371600"/>
          </a:xfrm>
        </p:spPr>
        <p:txBody>
          <a:bodyPr/>
          <a:lstStyle/>
          <a:p>
            <a:r>
              <a:rPr lang="en-US" dirty="0"/>
              <a:t>“Allow an object to alter its behavior when its internal state changes. The object will appear to change its class.”</a:t>
            </a:r>
          </a:p>
        </p:txBody>
      </p:sp>
    </p:spTree>
    <p:extLst>
      <p:ext uri="{BB962C8B-B14F-4D97-AF65-F5344CB8AC3E}">
        <p14:creationId xmlns:p14="http://schemas.microsoft.com/office/powerpoint/2010/main" val="42387048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1C41D-B601-B09F-FB1F-43A96ECCB7A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5DFAC1-A83F-B916-042D-F8D0CF68CB78}"/>
              </a:ext>
            </a:extLst>
          </p:cNvPr>
          <p:cNvSpPr>
            <a:spLocks noGrp="1"/>
          </p:cNvSpPr>
          <p:nvPr>
            <p:ph type="title"/>
          </p:nvPr>
        </p:nvSpPr>
        <p:spPr/>
        <p:txBody>
          <a:bodyPr/>
          <a:lstStyle/>
          <a:p>
            <a:r>
              <a:rPr lang="en-US" dirty="0"/>
              <a:t>Attributes of a State Design Pattern</a:t>
            </a:r>
          </a:p>
        </p:txBody>
      </p:sp>
      <p:sp>
        <p:nvSpPr>
          <p:cNvPr id="6" name="Content Placeholder 5">
            <a:extLst>
              <a:ext uri="{FF2B5EF4-FFF2-40B4-BE49-F238E27FC236}">
                <a16:creationId xmlns:a16="http://schemas.microsoft.com/office/drawing/2014/main" id="{AADE8FF7-67E2-1320-EB26-4EF767A5055F}"/>
              </a:ext>
            </a:extLst>
          </p:cNvPr>
          <p:cNvSpPr>
            <a:spLocks noGrp="1"/>
          </p:cNvSpPr>
          <p:nvPr>
            <p:ph idx="1"/>
          </p:nvPr>
        </p:nvSpPr>
        <p:spPr/>
        <p:txBody>
          <a:bodyPr/>
          <a:lstStyle/>
          <a:p>
            <a:pPr rtl="0"/>
            <a:r>
              <a:rPr lang="en-US" b="1" dirty="0"/>
              <a:t>Context</a:t>
            </a:r>
            <a:r>
              <a:rPr lang="en-US" dirty="0"/>
              <a:t>: Maintains a reference to a State object representing the current state.</a:t>
            </a:r>
          </a:p>
          <a:p>
            <a:pPr rtl="0"/>
            <a:r>
              <a:rPr lang="en-US" b="1" dirty="0"/>
              <a:t>State Interface/Abstract Class</a:t>
            </a:r>
            <a:r>
              <a:rPr lang="en-US" dirty="0"/>
              <a:t>: Defines a common interface for all concrete states.</a:t>
            </a:r>
          </a:p>
          <a:p>
            <a:pPr rtl="0"/>
            <a:r>
              <a:rPr lang="en-US" b="1" dirty="0" err="1"/>
              <a:t>ConcreteState</a:t>
            </a:r>
            <a:r>
              <a:rPr lang="en-US" b="1" dirty="0"/>
              <a:t> Classes</a:t>
            </a:r>
            <a:r>
              <a:rPr lang="en-US" dirty="0"/>
              <a:t>: Implement state-specific behavior for each state.</a:t>
            </a:r>
          </a:p>
        </p:txBody>
      </p:sp>
    </p:spTree>
    <p:extLst>
      <p:ext uri="{BB962C8B-B14F-4D97-AF65-F5344CB8AC3E}">
        <p14:creationId xmlns:p14="http://schemas.microsoft.com/office/powerpoint/2010/main" val="17253052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9BB6-AF2F-923B-0C93-08205ED08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D4239-C2CA-662C-8834-23D07324900C}"/>
              </a:ext>
            </a:extLst>
          </p:cNvPr>
          <p:cNvSpPr>
            <a:spLocks noGrp="1"/>
          </p:cNvSpPr>
          <p:nvPr>
            <p:ph type="title"/>
          </p:nvPr>
        </p:nvSpPr>
        <p:spPr/>
        <p:txBody>
          <a:bodyPr/>
          <a:lstStyle/>
          <a:p>
            <a:r>
              <a:rPr lang="en-US" dirty="0"/>
              <a:t>Benefits of a State Design Pattern</a:t>
            </a:r>
          </a:p>
        </p:txBody>
      </p:sp>
      <p:sp>
        <p:nvSpPr>
          <p:cNvPr id="3" name="Content Placeholder 2">
            <a:extLst>
              <a:ext uri="{FF2B5EF4-FFF2-40B4-BE49-F238E27FC236}">
                <a16:creationId xmlns:a16="http://schemas.microsoft.com/office/drawing/2014/main" id="{0136B6C3-E361-E86F-797A-D37009563BB1}"/>
              </a:ext>
            </a:extLst>
          </p:cNvPr>
          <p:cNvSpPr>
            <a:spLocks noGrp="1"/>
          </p:cNvSpPr>
          <p:nvPr>
            <p:ph idx="1"/>
          </p:nvPr>
        </p:nvSpPr>
        <p:spPr/>
        <p:txBody>
          <a:bodyPr/>
          <a:lstStyle/>
          <a:p>
            <a:pPr rtl="0"/>
            <a:r>
              <a:rPr lang="en-US" b="1" dirty="0"/>
              <a:t>Modularity</a:t>
            </a:r>
            <a:r>
              <a:rPr lang="en-US" dirty="0"/>
              <a:t>: Encapsulates state-specific behavior in separate classes.</a:t>
            </a:r>
          </a:p>
          <a:p>
            <a:pPr rtl="0"/>
            <a:r>
              <a:rPr lang="en-US" b="1" dirty="0"/>
              <a:t>Simplicity</a:t>
            </a:r>
            <a:r>
              <a:rPr lang="en-US" dirty="0"/>
              <a:t>: Eliminates large conditional statements in the Context.</a:t>
            </a:r>
          </a:p>
          <a:p>
            <a:r>
              <a:rPr lang="en-US" b="1" dirty="0"/>
              <a:t>Extensibility</a:t>
            </a:r>
            <a:r>
              <a:rPr lang="en-US" dirty="0"/>
              <a:t>: Easy to add new states without modifying Context.</a:t>
            </a:r>
            <a:r>
              <a:rPr lang="en-US" b="1" dirty="0"/>
              <a:t> </a:t>
            </a:r>
          </a:p>
          <a:p>
            <a:r>
              <a:rPr lang="en-US" b="1" dirty="0"/>
              <a:t>Explicit Transitions</a:t>
            </a:r>
            <a:r>
              <a:rPr lang="en-US" dirty="0"/>
              <a:t>: State changes are clear and controlled.</a:t>
            </a:r>
          </a:p>
          <a:p>
            <a:pPr rtl="0"/>
            <a:endParaRPr lang="en-US" dirty="0"/>
          </a:p>
          <a:p>
            <a:pPr marL="0" indent="0">
              <a:buNone/>
            </a:pPr>
            <a:r>
              <a:rPr lang="en-US" dirty="0"/>
              <a:t>.</a:t>
            </a:r>
          </a:p>
        </p:txBody>
      </p:sp>
    </p:spTree>
    <p:extLst>
      <p:ext uri="{BB962C8B-B14F-4D97-AF65-F5344CB8AC3E}">
        <p14:creationId xmlns:p14="http://schemas.microsoft.com/office/powerpoint/2010/main" val="39379048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06DE0-DDA4-F915-8212-837C4E193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4E1BE-9F02-D07E-518F-BFDDFBDCDCED}"/>
              </a:ext>
            </a:extLst>
          </p:cNvPr>
          <p:cNvSpPr>
            <a:spLocks noGrp="1"/>
          </p:cNvSpPr>
          <p:nvPr>
            <p:ph type="title"/>
          </p:nvPr>
        </p:nvSpPr>
        <p:spPr/>
        <p:txBody>
          <a:bodyPr/>
          <a:lstStyle/>
          <a:p>
            <a:r>
              <a:rPr lang="en-US" dirty="0"/>
              <a:t>Down sides of A State Design Pattern</a:t>
            </a:r>
          </a:p>
        </p:txBody>
      </p:sp>
      <p:sp>
        <p:nvSpPr>
          <p:cNvPr id="3" name="Content Placeholder 2">
            <a:extLst>
              <a:ext uri="{FF2B5EF4-FFF2-40B4-BE49-F238E27FC236}">
                <a16:creationId xmlns:a16="http://schemas.microsoft.com/office/drawing/2014/main" id="{1299F40F-A065-F022-5F9F-851F806718A7}"/>
              </a:ext>
            </a:extLst>
          </p:cNvPr>
          <p:cNvSpPr>
            <a:spLocks noGrp="1"/>
          </p:cNvSpPr>
          <p:nvPr>
            <p:ph idx="1"/>
          </p:nvPr>
        </p:nvSpPr>
        <p:spPr/>
        <p:txBody>
          <a:bodyPr/>
          <a:lstStyle/>
          <a:p>
            <a:pPr rtl="0">
              <a:buFont typeface="Arial" panose="020B0604020202020204" pitchFamily="34" charset="0"/>
              <a:buChar char="•"/>
            </a:pPr>
            <a:r>
              <a:rPr lang="en-US" b="1" dirty="0"/>
              <a:t>Increased Classes</a:t>
            </a:r>
            <a:r>
              <a:rPr lang="en-US" dirty="0"/>
              <a:t>: Each state requires a </a:t>
            </a:r>
            <a:r>
              <a:rPr lang="en-US" dirty="0" err="1"/>
              <a:t>ConcreteState</a:t>
            </a:r>
            <a:r>
              <a:rPr lang="en-US" dirty="0"/>
              <a:t> class.</a:t>
            </a:r>
          </a:p>
          <a:p>
            <a:pPr rtl="0">
              <a:buFont typeface="Arial" panose="020B0604020202020204" pitchFamily="34" charset="0"/>
              <a:buChar char="•"/>
            </a:pPr>
            <a:r>
              <a:rPr lang="en-US" b="1" dirty="0"/>
              <a:t>Complexity</a:t>
            </a:r>
            <a:r>
              <a:rPr lang="en-US" dirty="0"/>
              <a:t>: May overcomplicate simple state-dependent behavior.</a:t>
            </a:r>
          </a:p>
        </p:txBody>
      </p:sp>
    </p:spTree>
    <p:extLst>
      <p:ext uri="{BB962C8B-B14F-4D97-AF65-F5344CB8AC3E}">
        <p14:creationId xmlns:p14="http://schemas.microsoft.com/office/powerpoint/2010/main" val="24136747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223BB-D87D-1BB7-47D9-12EB9EE02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F2DC9-459A-8B84-C5FA-CE1489FB806E}"/>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7F73949D-E4B0-2337-0F94-A08E0D5FA87D}"/>
              </a:ext>
            </a:extLst>
          </p:cNvPr>
          <p:cNvSpPr>
            <a:spLocks noGrp="1"/>
          </p:cNvSpPr>
          <p:nvPr>
            <p:ph type="body" idx="1"/>
          </p:nvPr>
        </p:nvSpPr>
        <p:spPr/>
        <p:txBody>
          <a:bodyPr/>
          <a:lstStyle/>
          <a:p>
            <a:r>
              <a:rPr lang="en-US" dirty="0"/>
              <a:t>State</a:t>
            </a:r>
          </a:p>
        </p:txBody>
      </p:sp>
    </p:spTree>
    <p:extLst>
      <p:ext uri="{BB962C8B-B14F-4D97-AF65-F5344CB8AC3E}">
        <p14:creationId xmlns:p14="http://schemas.microsoft.com/office/powerpoint/2010/main" val="17649642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274BB-4CD9-7786-CA12-9F9A9BEA9C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308875B-2A47-EAD5-DEBC-EF98E2DDE222}"/>
              </a:ext>
            </a:extLst>
          </p:cNvPr>
          <p:cNvSpPr>
            <a:spLocks noGrp="1"/>
          </p:cNvSpPr>
          <p:nvPr>
            <p:ph type="title"/>
          </p:nvPr>
        </p:nvSpPr>
        <p:spPr/>
        <p:txBody>
          <a:bodyPr/>
          <a:lstStyle/>
          <a:p>
            <a:r>
              <a:rPr lang="en-US" dirty="0"/>
              <a:t>State pattern and S.O.L.I.D.</a:t>
            </a:r>
          </a:p>
        </p:txBody>
      </p:sp>
      <p:sp>
        <p:nvSpPr>
          <p:cNvPr id="5" name="Content Placeholder 4">
            <a:extLst>
              <a:ext uri="{FF2B5EF4-FFF2-40B4-BE49-F238E27FC236}">
                <a16:creationId xmlns:a16="http://schemas.microsoft.com/office/drawing/2014/main" id="{5C07B93A-646D-FEE1-7380-24E227B979E0}"/>
              </a:ext>
            </a:extLst>
          </p:cNvPr>
          <p:cNvSpPr>
            <a:spLocks noGrp="1"/>
          </p:cNvSpPr>
          <p:nvPr>
            <p:ph idx="1"/>
          </p:nvPr>
        </p:nvSpPr>
        <p:spPr/>
        <p:txBody>
          <a:bodyPr>
            <a:normAutofit lnSpcReduction="10000"/>
          </a:bodyPr>
          <a:lstStyle/>
          <a:p>
            <a:r>
              <a:rPr lang="en-US" dirty="0"/>
              <a:t>S. Each Concrete class has a single responsibility (To handle the behavior for a specific state)</a:t>
            </a:r>
          </a:p>
          <a:p>
            <a:r>
              <a:rPr lang="en-US" dirty="0"/>
              <a:t>O. State Pattern is open to extension (by adding new concrete classes) and closed to modification by not necessitating changing other classes to implement the new state.</a:t>
            </a:r>
          </a:p>
          <a:p>
            <a:r>
              <a:rPr lang="en-US" dirty="0"/>
              <a:t>L. States must be interchangeable for one another because they fully must represent their individual state.</a:t>
            </a:r>
          </a:p>
          <a:p>
            <a:r>
              <a:rPr lang="en-US" dirty="0"/>
              <a:t>I.  The state interface requires an interface that only does what is required to handle the state and not force having nonessential functionality. </a:t>
            </a:r>
          </a:p>
          <a:p>
            <a:r>
              <a:rPr lang="en-US" dirty="0"/>
              <a:t>D. State can be injected into context and context is dependent on the interface not the concrete class. </a:t>
            </a:r>
          </a:p>
        </p:txBody>
      </p:sp>
    </p:spTree>
    <p:extLst>
      <p:ext uri="{BB962C8B-B14F-4D97-AF65-F5344CB8AC3E}">
        <p14:creationId xmlns:p14="http://schemas.microsoft.com/office/powerpoint/2010/main" val="20368982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F8D88-92D2-6F9C-126B-3FBF53D13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5AEFF-B62A-67F8-ABCD-8ABE91EA39D8}"/>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73289BE3-A9D5-4420-55A8-740E3E1EBBCA}"/>
              </a:ext>
            </a:extLst>
          </p:cNvPr>
          <p:cNvSpPr>
            <a:spLocks noGrp="1"/>
          </p:cNvSpPr>
          <p:nvPr>
            <p:ph type="body" idx="1"/>
          </p:nvPr>
        </p:nvSpPr>
        <p:spPr/>
        <p:txBody>
          <a:bodyPr/>
          <a:lstStyle/>
          <a:p>
            <a:r>
              <a:rPr lang="en-US" dirty="0"/>
              <a:t>State pattern</a:t>
            </a:r>
          </a:p>
        </p:txBody>
      </p:sp>
    </p:spTree>
    <p:extLst>
      <p:ext uri="{BB962C8B-B14F-4D97-AF65-F5344CB8AC3E}">
        <p14:creationId xmlns:p14="http://schemas.microsoft.com/office/powerpoint/2010/main" val="15072673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94E9-A327-D7A0-AFF9-CE5C6353B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F27B8-C810-D715-3E8C-5717D501D515}"/>
              </a:ext>
            </a:extLst>
          </p:cNvPr>
          <p:cNvSpPr>
            <a:spLocks noGrp="1"/>
          </p:cNvSpPr>
          <p:nvPr>
            <p:ph type="title"/>
          </p:nvPr>
        </p:nvSpPr>
        <p:spPr/>
        <p:txBody>
          <a:bodyPr/>
          <a:lstStyle/>
          <a:p>
            <a:r>
              <a:rPr lang="en-US" dirty="0"/>
              <a:t>What are some Scenarios where The State Pattern Might be Useful? </a:t>
            </a:r>
          </a:p>
        </p:txBody>
      </p:sp>
      <p:sp>
        <p:nvSpPr>
          <p:cNvPr id="4" name="Text Placeholder 3">
            <a:extLst>
              <a:ext uri="{FF2B5EF4-FFF2-40B4-BE49-F238E27FC236}">
                <a16:creationId xmlns:a16="http://schemas.microsoft.com/office/drawing/2014/main" id="{0FB224BF-F26C-F2A7-324B-890FB9AAFB0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498166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F5304-A0C5-176F-1F3A-412AE60154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1E0376-B87C-6693-FD7F-67B465E80163}"/>
              </a:ext>
            </a:extLst>
          </p:cNvPr>
          <p:cNvSpPr>
            <a:spLocks noGrp="1"/>
          </p:cNvSpPr>
          <p:nvPr>
            <p:ph type="title"/>
          </p:nvPr>
        </p:nvSpPr>
        <p:spPr/>
        <p:txBody>
          <a:bodyPr/>
          <a:lstStyle/>
          <a:p>
            <a:r>
              <a:rPr lang="en-US" dirty="0"/>
              <a:t>Scenarios where The State pattern is often Used</a:t>
            </a:r>
          </a:p>
        </p:txBody>
      </p:sp>
      <p:sp>
        <p:nvSpPr>
          <p:cNvPr id="5" name="Content Placeholder 4">
            <a:extLst>
              <a:ext uri="{FF2B5EF4-FFF2-40B4-BE49-F238E27FC236}">
                <a16:creationId xmlns:a16="http://schemas.microsoft.com/office/drawing/2014/main" id="{566EBE68-3191-D07C-65E6-2EF7D88C5A53}"/>
              </a:ext>
            </a:extLst>
          </p:cNvPr>
          <p:cNvSpPr>
            <a:spLocks noGrp="1"/>
          </p:cNvSpPr>
          <p:nvPr>
            <p:ph idx="1"/>
          </p:nvPr>
        </p:nvSpPr>
        <p:spPr/>
        <p:txBody>
          <a:bodyPr/>
          <a:lstStyle/>
          <a:p>
            <a:pPr rtl="0">
              <a:buFont typeface="Arial" panose="020B0604020202020204" pitchFamily="34" charset="0"/>
              <a:buChar char="•"/>
            </a:pPr>
            <a:r>
              <a:rPr lang="en-US" dirty="0"/>
              <a:t>Use when behavior depends on state and must change dynamically.</a:t>
            </a:r>
          </a:p>
          <a:p>
            <a:pPr rtl="0">
              <a:buFont typeface="Arial" panose="020B0604020202020204" pitchFamily="34" charset="0"/>
              <a:buChar char="•"/>
            </a:pPr>
            <a:r>
              <a:rPr lang="en-US" dirty="0"/>
              <a:t>Ideal for replacing complex state-based conditionals with polymorphism.</a:t>
            </a:r>
          </a:p>
          <a:p>
            <a:pPr rtl="0">
              <a:buFont typeface="Arial" panose="020B0604020202020204" pitchFamily="34" charset="0"/>
              <a:buChar char="•"/>
            </a:pPr>
            <a:r>
              <a:rPr lang="en-US" dirty="0"/>
              <a:t>Vending Machines</a:t>
            </a:r>
          </a:p>
          <a:p>
            <a:pPr rtl="0">
              <a:buFont typeface="Arial" panose="020B0604020202020204" pitchFamily="34" charset="0"/>
              <a:buChar char="•"/>
            </a:pPr>
            <a:r>
              <a:rPr lang="en-US" dirty="0"/>
              <a:t>Order Processing</a:t>
            </a:r>
          </a:p>
          <a:p>
            <a:pPr rtl="0">
              <a:buFont typeface="Arial" panose="020B0604020202020204" pitchFamily="34" charset="0"/>
              <a:buChar char="•"/>
            </a:pPr>
            <a:r>
              <a:rPr lang="en-US" dirty="0"/>
              <a:t>Traffic Light</a:t>
            </a:r>
          </a:p>
          <a:p>
            <a:pPr rtl="0">
              <a:buFont typeface="Arial" panose="020B0604020202020204" pitchFamily="34" charset="0"/>
              <a:buChar char="•"/>
            </a:pPr>
            <a:r>
              <a:rPr lang="en-US" dirty="0"/>
              <a:t>Game Characters</a:t>
            </a:r>
          </a:p>
          <a:p>
            <a:pPr marL="0" indent="0" rtl="0">
              <a:buNone/>
            </a:pPr>
            <a:endParaRPr lang="en-US" dirty="0"/>
          </a:p>
          <a:p>
            <a:pPr marL="0" indent="0">
              <a:buNone/>
            </a:pPr>
            <a:endParaRPr lang="en-US" dirty="0"/>
          </a:p>
        </p:txBody>
      </p:sp>
    </p:spTree>
    <p:extLst>
      <p:ext uri="{BB962C8B-B14F-4D97-AF65-F5344CB8AC3E}">
        <p14:creationId xmlns:p14="http://schemas.microsoft.com/office/powerpoint/2010/main" val="27577478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C4E69-F2AD-D800-112E-26E5D03D1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85DEF-77DA-6D66-1BB0-27C00CBA3157}"/>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14AD2DFB-259D-FA8D-8F8C-EB44CD70E3B6}"/>
              </a:ext>
            </a:extLst>
          </p:cNvPr>
          <p:cNvSpPr>
            <a:spLocks noGrp="1"/>
          </p:cNvSpPr>
          <p:nvPr>
            <p:ph type="body" idx="1"/>
          </p:nvPr>
        </p:nvSpPr>
        <p:spPr/>
        <p:txBody>
          <a:bodyPr/>
          <a:lstStyle/>
          <a:p>
            <a:r>
              <a:rPr lang="en-US" dirty="0"/>
              <a:t>State Pattern</a:t>
            </a:r>
          </a:p>
        </p:txBody>
      </p:sp>
    </p:spTree>
    <p:extLst>
      <p:ext uri="{BB962C8B-B14F-4D97-AF65-F5344CB8AC3E}">
        <p14:creationId xmlns:p14="http://schemas.microsoft.com/office/powerpoint/2010/main" val="29324315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66CEB-8EB3-22CE-2FDA-3D49353A9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F23D9-37B9-6DBB-35F9-90E2437AD857}"/>
              </a:ext>
            </a:extLst>
          </p:cNvPr>
          <p:cNvSpPr>
            <a:spLocks noGrp="1"/>
          </p:cNvSpPr>
          <p:nvPr>
            <p:ph type="title"/>
          </p:nvPr>
        </p:nvSpPr>
        <p:spPr/>
        <p:txBody>
          <a:bodyPr/>
          <a:lstStyle/>
          <a:p>
            <a:r>
              <a:rPr lang="en-US" dirty="0"/>
              <a:t>Implementing a State Pattern in Code</a:t>
            </a:r>
          </a:p>
        </p:txBody>
      </p:sp>
      <p:sp>
        <p:nvSpPr>
          <p:cNvPr id="4" name="Text Placeholder 3">
            <a:extLst>
              <a:ext uri="{FF2B5EF4-FFF2-40B4-BE49-F238E27FC236}">
                <a16:creationId xmlns:a16="http://schemas.microsoft.com/office/drawing/2014/main" id="{794C9F03-08FE-8DD6-18D9-7120FF1FEB2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626630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2FB9E-D2F3-5DD3-56D7-56695BA2E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83F75-4615-1096-C5B0-5FF2FD773A5A}"/>
              </a:ext>
            </a:extLst>
          </p:cNvPr>
          <p:cNvSpPr>
            <a:spLocks noGrp="1"/>
          </p:cNvSpPr>
          <p:nvPr>
            <p:ph type="ctrTitle"/>
          </p:nvPr>
        </p:nvSpPr>
        <p:spPr/>
        <p:txBody>
          <a:bodyPr/>
          <a:lstStyle/>
          <a:p>
            <a:r>
              <a:rPr lang="en-US" dirty="0"/>
              <a:t>Week 4</a:t>
            </a:r>
          </a:p>
        </p:txBody>
      </p:sp>
      <p:sp>
        <p:nvSpPr>
          <p:cNvPr id="3" name="Subtitle 2">
            <a:extLst>
              <a:ext uri="{FF2B5EF4-FFF2-40B4-BE49-F238E27FC236}">
                <a16:creationId xmlns:a16="http://schemas.microsoft.com/office/drawing/2014/main" id="{457EBBC7-FA6B-3D02-0BD8-4B8FD72156B3}"/>
              </a:ext>
            </a:extLst>
          </p:cNvPr>
          <p:cNvSpPr>
            <a:spLocks noGrp="1"/>
          </p:cNvSpPr>
          <p:nvPr>
            <p:ph type="subTitle" idx="1"/>
          </p:nvPr>
        </p:nvSpPr>
        <p:spPr/>
        <p:txBody>
          <a:bodyPr/>
          <a:lstStyle/>
          <a:p>
            <a:r>
              <a:rPr lang="en-US" dirty="0"/>
              <a:t>Layering/ Valuable Abstractions/ Strategy Design pattern</a:t>
            </a:r>
          </a:p>
        </p:txBody>
      </p:sp>
    </p:spTree>
    <p:extLst>
      <p:ext uri="{BB962C8B-B14F-4D97-AF65-F5344CB8AC3E}">
        <p14:creationId xmlns:p14="http://schemas.microsoft.com/office/powerpoint/2010/main" val="22676416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a:extLst>
            <a:ext uri="{FF2B5EF4-FFF2-40B4-BE49-F238E27FC236}">
              <a16:creationId xmlns:a16="http://schemas.microsoft.com/office/drawing/2014/main" id="{06821091-7B7B-2E95-8C57-921AED2345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CB8F287-73E0-E567-3EF0-9B771B33DFE2}"/>
              </a:ext>
            </a:extLst>
          </p:cNvPr>
          <p:cNvSpPr>
            <a:spLocks noGrp="1"/>
          </p:cNvSpPr>
          <p:nvPr>
            <p:ph type="title"/>
          </p:nvPr>
        </p:nvSpPr>
        <p:spPr/>
        <p:txBody>
          <a:bodyPr/>
          <a:lstStyle/>
          <a:p>
            <a:r>
              <a:rPr lang="en-US" dirty="0"/>
              <a:t>Design Pattern Break Down</a:t>
            </a:r>
          </a:p>
        </p:txBody>
      </p:sp>
      <p:sp>
        <p:nvSpPr>
          <p:cNvPr id="8" name="Text Placeholder 7">
            <a:extLst>
              <a:ext uri="{FF2B5EF4-FFF2-40B4-BE49-F238E27FC236}">
                <a16:creationId xmlns:a16="http://schemas.microsoft.com/office/drawing/2014/main" id="{7BFA119C-F40D-F310-48B7-4D197A4E89B7}"/>
              </a:ext>
            </a:extLst>
          </p:cNvPr>
          <p:cNvSpPr>
            <a:spLocks noGrp="1"/>
          </p:cNvSpPr>
          <p:nvPr>
            <p:ph type="body" idx="1"/>
          </p:nvPr>
        </p:nvSpPr>
        <p:spPr>
          <a:xfrm>
            <a:off x="973670" y="2218267"/>
            <a:ext cx="2528287" cy="576262"/>
          </a:xfrm>
        </p:spPr>
        <p:txBody>
          <a:bodyPr/>
          <a:lstStyle/>
          <a:p>
            <a:r>
              <a:rPr lang="en-US" dirty="0"/>
              <a:t>Creational</a:t>
            </a:r>
          </a:p>
        </p:txBody>
      </p:sp>
      <p:sp>
        <p:nvSpPr>
          <p:cNvPr id="9" name="Content Placeholder 8">
            <a:extLst>
              <a:ext uri="{FF2B5EF4-FFF2-40B4-BE49-F238E27FC236}">
                <a16:creationId xmlns:a16="http://schemas.microsoft.com/office/drawing/2014/main" id="{E0FB4F81-8B9A-AC00-58B5-2AF4EBC67141}"/>
              </a:ext>
            </a:extLst>
          </p:cNvPr>
          <p:cNvSpPr>
            <a:spLocks noGrp="1"/>
          </p:cNvSpPr>
          <p:nvPr>
            <p:ph sz="half" idx="2"/>
          </p:nvPr>
        </p:nvSpPr>
        <p:spPr>
          <a:xfrm>
            <a:off x="685802" y="2870201"/>
            <a:ext cx="1742028" cy="2920998"/>
          </a:xfrm>
        </p:spPr>
        <p:txBody>
          <a:bodyPr>
            <a:normAutofit fontScale="85000" lnSpcReduction="20000"/>
          </a:bodyPr>
          <a:lstStyle/>
          <a:p>
            <a:r>
              <a:rPr lang="en-US" dirty="0"/>
              <a:t>Factory</a:t>
            </a:r>
          </a:p>
          <a:p>
            <a:r>
              <a:rPr lang="en-US" dirty="0"/>
              <a:t>Abstract Factory</a:t>
            </a:r>
          </a:p>
          <a:p>
            <a:r>
              <a:rPr lang="en-US" dirty="0"/>
              <a:t>Builder</a:t>
            </a:r>
          </a:p>
          <a:p>
            <a:r>
              <a:rPr lang="en-US" dirty="0"/>
              <a:t>Prototype</a:t>
            </a:r>
          </a:p>
          <a:p>
            <a:r>
              <a:rPr lang="en-US" dirty="0"/>
              <a:t>Sington</a:t>
            </a:r>
          </a:p>
        </p:txBody>
      </p:sp>
      <p:sp>
        <p:nvSpPr>
          <p:cNvPr id="10" name="Text Placeholder 9">
            <a:extLst>
              <a:ext uri="{FF2B5EF4-FFF2-40B4-BE49-F238E27FC236}">
                <a16:creationId xmlns:a16="http://schemas.microsoft.com/office/drawing/2014/main" id="{55DCBE1F-9687-7807-7799-C100D81987F8}"/>
              </a:ext>
            </a:extLst>
          </p:cNvPr>
          <p:cNvSpPr>
            <a:spLocks noGrp="1"/>
          </p:cNvSpPr>
          <p:nvPr>
            <p:ph type="body" sz="quarter" idx="3"/>
          </p:nvPr>
        </p:nvSpPr>
        <p:spPr>
          <a:xfrm>
            <a:off x="3956628" y="2215464"/>
            <a:ext cx="2684834" cy="576262"/>
          </a:xfrm>
        </p:spPr>
        <p:txBody>
          <a:bodyPr/>
          <a:lstStyle/>
          <a:p>
            <a:r>
              <a:rPr lang="en-US" dirty="0"/>
              <a:t>Behavioral</a:t>
            </a:r>
          </a:p>
        </p:txBody>
      </p:sp>
      <p:sp>
        <p:nvSpPr>
          <p:cNvPr id="11" name="Content Placeholder 10">
            <a:extLst>
              <a:ext uri="{FF2B5EF4-FFF2-40B4-BE49-F238E27FC236}">
                <a16:creationId xmlns:a16="http://schemas.microsoft.com/office/drawing/2014/main" id="{A3368C5D-FBCD-FEA6-8D7E-708622D15210}"/>
              </a:ext>
            </a:extLst>
          </p:cNvPr>
          <p:cNvSpPr>
            <a:spLocks noGrp="1"/>
          </p:cNvSpPr>
          <p:nvPr>
            <p:ph sz="quarter" idx="4"/>
          </p:nvPr>
        </p:nvSpPr>
        <p:spPr>
          <a:xfrm>
            <a:off x="3108587" y="2870201"/>
            <a:ext cx="1815179" cy="2920998"/>
          </a:xfrm>
        </p:spPr>
        <p:txBody>
          <a:bodyPr>
            <a:normAutofit fontScale="85000" lnSpcReduction="20000"/>
          </a:bodyPr>
          <a:lstStyle/>
          <a:p>
            <a:r>
              <a:rPr lang="en-US" dirty="0"/>
              <a:t>Chain of Responsibility</a:t>
            </a:r>
          </a:p>
          <a:p>
            <a:r>
              <a:rPr lang="en-US" dirty="0"/>
              <a:t>Command</a:t>
            </a:r>
          </a:p>
          <a:p>
            <a:r>
              <a:rPr lang="en-US" dirty="0"/>
              <a:t>Iterator</a:t>
            </a:r>
          </a:p>
          <a:p>
            <a:r>
              <a:rPr lang="en-US" dirty="0"/>
              <a:t>Mediator</a:t>
            </a:r>
          </a:p>
          <a:p>
            <a:r>
              <a:rPr lang="en-US" dirty="0"/>
              <a:t>Memento</a:t>
            </a:r>
          </a:p>
          <a:p>
            <a:r>
              <a:rPr lang="en-US" dirty="0"/>
              <a:t>Observer</a:t>
            </a:r>
          </a:p>
        </p:txBody>
      </p:sp>
      <p:sp>
        <p:nvSpPr>
          <p:cNvPr id="13" name="Content Placeholder 10">
            <a:extLst>
              <a:ext uri="{FF2B5EF4-FFF2-40B4-BE49-F238E27FC236}">
                <a16:creationId xmlns:a16="http://schemas.microsoft.com/office/drawing/2014/main" id="{F91EDE2A-ED03-6A48-E133-B144F1C99B61}"/>
              </a:ext>
            </a:extLst>
          </p:cNvPr>
          <p:cNvSpPr txBox="1">
            <a:spLocks/>
          </p:cNvSpPr>
          <p:nvPr/>
        </p:nvSpPr>
        <p:spPr>
          <a:xfrm>
            <a:off x="7197756" y="2870201"/>
            <a:ext cx="2845339" cy="2920998"/>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Adapter</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Bridge</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Composite</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Decorator</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Façade</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Flyweight</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Proxy</a:t>
            </a:r>
          </a:p>
        </p:txBody>
      </p:sp>
      <p:sp>
        <p:nvSpPr>
          <p:cNvPr id="15" name="Text Placeholder 9">
            <a:extLst>
              <a:ext uri="{FF2B5EF4-FFF2-40B4-BE49-F238E27FC236}">
                <a16:creationId xmlns:a16="http://schemas.microsoft.com/office/drawing/2014/main" id="{C118ADBE-589B-A8F8-CB90-1CEBA285ACB0}"/>
              </a:ext>
            </a:extLst>
          </p:cNvPr>
          <p:cNvSpPr txBox="1">
            <a:spLocks/>
          </p:cNvSpPr>
          <p:nvPr/>
        </p:nvSpPr>
        <p:spPr>
          <a:xfrm>
            <a:off x="7501452" y="2179903"/>
            <a:ext cx="2684834" cy="576262"/>
          </a:xfrm>
          <a:prstGeom prst="rect">
            <a:avLst/>
          </a:prstGeom>
        </p:spPr>
        <p:txBody>
          <a:bodyPr vert="horz" lIns="91440" tIns="45720" rIns="91440" bIns="45720" rtlCol="0" anchor="b">
            <a:noAutofit/>
          </a:bodyPr>
          <a:lstStyle>
            <a:lvl1pPr marL="0" indent="0" algn="l" defTabSz="457200" rtl="0" eaLnBrk="1" latinLnBrk="0" hangingPunct="1">
              <a:spcBef>
                <a:spcPts val="0"/>
              </a:spcBef>
              <a:spcAft>
                <a:spcPts val="1000"/>
              </a:spcAft>
              <a:buClr>
                <a:schemeClr val="tx1"/>
              </a:buClr>
              <a:buSzPct val="100000"/>
              <a:buFont typeface="Arial"/>
              <a:buNone/>
              <a:defRPr sz="2800" b="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2000" b="1"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800" b="1"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9pPr>
          </a:lstStyle>
          <a:p>
            <a:pPr marL="0" marR="0" lvl="0" indent="0" algn="l" defTabSz="457200" rtl="0" eaLnBrk="1" fontAlgn="auto" latinLnBrk="0" hangingPunct="1">
              <a:lnSpc>
                <a:spcPct val="100000"/>
              </a:lnSpc>
              <a:spcBef>
                <a:spcPts val="0"/>
              </a:spcBef>
              <a:spcAft>
                <a:spcPts val="1000"/>
              </a:spcAft>
              <a:buClr>
                <a:prstClr val="white"/>
              </a:buClr>
              <a:buSzPct val="100000"/>
              <a:buFont typeface="Arial"/>
              <a:buNone/>
              <a:tabLst/>
              <a:defRPr/>
            </a:pPr>
            <a:r>
              <a:rPr kumimoji="0" lang="en-US" sz="2800" b="0" i="0" u="none" strike="noStrike" kern="1200" cap="none" spc="0" normalizeH="0" baseline="0" noProof="0" dirty="0">
                <a:ln>
                  <a:noFill/>
                </a:ln>
                <a:solidFill>
                  <a:prstClr val="white"/>
                </a:solidFill>
                <a:effectLst/>
                <a:uLnTx/>
                <a:uFillTx/>
                <a:latin typeface="Calibri" panose="020F0502020204030204"/>
                <a:ea typeface="+mn-ea"/>
                <a:cs typeface="+mn-cs"/>
              </a:rPr>
              <a:t>Structural</a:t>
            </a:r>
          </a:p>
        </p:txBody>
      </p:sp>
      <p:sp>
        <p:nvSpPr>
          <p:cNvPr id="16" name="Content Placeholder 10">
            <a:extLst>
              <a:ext uri="{FF2B5EF4-FFF2-40B4-BE49-F238E27FC236}">
                <a16:creationId xmlns:a16="http://schemas.microsoft.com/office/drawing/2014/main" id="{4B3DD42C-F102-3217-1B8A-5F741BBCBE90}"/>
              </a:ext>
            </a:extLst>
          </p:cNvPr>
          <p:cNvSpPr txBox="1">
            <a:spLocks/>
          </p:cNvSpPr>
          <p:nvPr/>
        </p:nvSpPr>
        <p:spPr>
          <a:xfrm>
            <a:off x="5102157" y="2870201"/>
            <a:ext cx="1738817" cy="2920998"/>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State</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Strategy</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Template Method</a:t>
            </a:r>
          </a:p>
          <a:p>
            <a:pPr marL="285750" marR="0" lvl="0"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Visitor</a:t>
            </a:r>
          </a:p>
        </p:txBody>
      </p:sp>
    </p:spTree>
    <p:extLst>
      <p:ext uri="{BB962C8B-B14F-4D97-AF65-F5344CB8AC3E}">
        <p14:creationId xmlns:p14="http://schemas.microsoft.com/office/powerpoint/2010/main" val="750810508"/>
      </p:ext>
    </p:extLst>
  </p:cSld>
  <p:clrMapOvr>
    <a:overrideClrMapping bg1="dk1" tx1="lt1" bg2="dk2" tx2="lt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FCF5F-366B-73D8-94FE-6BDCDEDFC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300EE-C325-FE96-6B5D-AA9BE2DE885B}"/>
              </a:ext>
            </a:extLst>
          </p:cNvPr>
          <p:cNvSpPr>
            <a:spLocks noGrp="1"/>
          </p:cNvSpPr>
          <p:nvPr>
            <p:ph type="title"/>
          </p:nvPr>
        </p:nvSpPr>
        <p:spPr/>
        <p:txBody>
          <a:bodyPr/>
          <a:lstStyle/>
          <a:p>
            <a:r>
              <a:rPr lang="en-US"/>
              <a:t>Layering</a:t>
            </a:r>
            <a:endParaRPr lang="en-US" dirty="0"/>
          </a:p>
        </p:txBody>
      </p:sp>
      <p:sp>
        <p:nvSpPr>
          <p:cNvPr id="3" name="Text Placeholder 2">
            <a:extLst>
              <a:ext uri="{FF2B5EF4-FFF2-40B4-BE49-F238E27FC236}">
                <a16:creationId xmlns:a16="http://schemas.microsoft.com/office/drawing/2014/main" id="{23D8B1C9-5066-6266-079C-DF2AFC51FD5A}"/>
              </a:ext>
            </a:extLst>
          </p:cNvPr>
          <p:cNvSpPr>
            <a:spLocks noGrp="1"/>
          </p:cNvSpPr>
          <p:nvPr>
            <p:ph type="body" idx="1"/>
          </p:nvPr>
        </p:nvSpPr>
        <p:spPr/>
        <p:txBody>
          <a:bodyPr/>
          <a:lstStyle/>
          <a:p>
            <a:r>
              <a:rPr lang="en-US"/>
              <a:t>I Like Pancakes</a:t>
            </a:r>
            <a:endParaRPr lang="en-US" dirty="0"/>
          </a:p>
        </p:txBody>
      </p:sp>
    </p:spTree>
    <p:extLst>
      <p:ext uri="{BB962C8B-B14F-4D97-AF65-F5344CB8AC3E}">
        <p14:creationId xmlns:p14="http://schemas.microsoft.com/office/powerpoint/2010/main" val="8508878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208FA6B4-D0FB-C1D3-338C-F0017B2B5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F3CC9-A621-1674-0D56-8CF52AA8F96D}"/>
              </a:ext>
            </a:extLst>
          </p:cNvPr>
          <p:cNvSpPr>
            <a:spLocks noGrp="1"/>
          </p:cNvSpPr>
          <p:nvPr>
            <p:ph type="title"/>
          </p:nvPr>
        </p:nvSpPr>
        <p:spPr>
          <a:xfrm>
            <a:off x="685800" y="643466"/>
            <a:ext cx="4287415" cy="4995333"/>
          </a:xfrm>
        </p:spPr>
        <p:txBody>
          <a:bodyPr>
            <a:normAutofit/>
          </a:bodyPr>
          <a:lstStyle/>
          <a:p>
            <a:r>
              <a:rPr lang="en-US" dirty="0">
                <a:solidFill>
                  <a:schemeClr val="accent1">
                    <a:lumMod val="75000"/>
                  </a:schemeClr>
                </a:solidFill>
              </a:rPr>
              <a:t>Architecture Layers</a:t>
            </a:r>
          </a:p>
        </p:txBody>
      </p:sp>
      <p:graphicFrame>
        <p:nvGraphicFramePr>
          <p:cNvPr id="6" name="Content Placeholder 3">
            <a:extLst>
              <a:ext uri="{FF2B5EF4-FFF2-40B4-BE49-F238E27FC236}">
                <a16:creationId xmlns:a16="http://schemas.microsoft.com/office/drawing/2014/main" id="{8EA0F3CB-A4C0-A806-B547-4AECF59FE525}"/>
              </a:ext>
            </a:extLst>
          </p:cNvPr>
          <p:cNvGraphicFramePr>
            <a:graphicFrameLocks noGrp="1"/>
          </p:cNvGraphicFramePr>
          <p:nvPr>
            <p:ph idx="1"/>
            <p:extLst>
              <p:ext uri="{D42A27DB-BD31-4B8C-83A1-F6EECF244321}">
                <p14:modId xmlns:p14="http://schemas.microsoft.com/office/powerpoint/2010/main" val="3768957754"/>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3082152"/>
      </p:ext>
    </p:extLst>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B78E-5434-A7F0-38EC-F7AF10581123}"/>
              </a:ext>
            </a:extLst>
          </p:cNvPr>
          <p:cNvSpPr>
            <a:spLocks noGrp="1"/>
          </p:cNvSpPr>
          <p:nvPr>
            <p:ph type="title"/>
          </p:nvPr>
        </p:nvSpPr>
        <p:spPr>
          <a:xfrm>
            <a:off x="685801" y="643466"/>
            <a:ext cx="3351530" cy="4995333"/>
          </a:xfrm>
        </p:spPr>
        <p:txBody>
          <a:bodyPr>
            <a:normAutofit/>
          </a:bodyPr>
          <a:lstStyle/>
          <a:p>
            <a:r>
              <a:rPr lang="en-US" dirty="0">
                <a:solidFill>
                  <a:schemeClr val="accent1">
                    <a:lumMod val="75000"/>
                  </a:schemeClr>
                </a:solidFill>
              </a:rPr>
              <a:t>Software Design Patterns</a:t>
            </a:r>
          </a:p>
        </p:txBody>
      </p:sp>
      <p:graphicFrame>
        <p:nvGraphicFramePr>
          <p:cNvPr id="5" name="Content Placeholder 2">
            <a:extLst>
              <a:ext uri="{FF2B5EF4-FFF2-40B4-BE49-F238E27FC236}">
                <a16:creationId xmlns:a16="http://schemas.microsoft.com/office/drawing/2014/main" id="{E4C7F591-94B2-0957-C654-0759885050A1}"/>
              </a:ext>
            </a:extLst>
          </p:cNvPr>
          <p:cNvGraphicFramePr>
            <a:graphicFrameLocks noGrp="1"/>
          </p:cNvGraphicFramePr>
          <p:nvPr>
            <p:ph idx="1"/>
            <p:extLst>
              <p:ext uri="{D42A27DB-BD31-4B8C-83A1-F6EECF244321}">
                <p14:modId xmlns:p14="http://schemas.microsoft.com/office/powerpoint/2010/main" val="2942277785"/>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4810108"/>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C14B5-4BCF-4161-DFF3-4B634662395E}"/>
              </a:ext>
            </a:extLst>
          </p:cNvPr>
          <p:cNvSpPr>
            <a:spLocks noGrp="1"/>
          </p:cNvSpPr>
          <p:nvPr>
            <p:ph type="title"/>
          </p:nvPr>
        </p:nvSpPr>
        <p:spPr>
          <a:xfrm>
            <a:off x="685801" y="643466"/>
            <a:ext cx="3351530" cy="4995333"/>
          </a:xfrm>
        </p:spPr>
        <p:txBody>
          <a:bodyPr>
            <a:normAutofit/>
          </a:bodyPr>
          <a:lstStyle/>
          <a:p>
            <a:r>
              <a:rPr lang="en-US" dirty="0">
                <a:solidFill>
                  <a:schemeClr val="accent1">
                    <a:lumMod val="75000"/>
                  </a:schemeClr>
                </a:solidFill>
              </a:rPr>
              <a:t>Network Protocol Layers</a:t>
            </a:r>
          </a:p>
        </p:txBody>
      </p:sp>
      <p:graphicFrame>
        <p:nvGraphicFramePr>
          <p:cNvPr id="5" name="Content Placeholder 2">
            <a:extLst>
              <a:ext uri="{FF2B5EF4-FFF2-40B4-BE49-F238E27FC236}">
                <a16:creationId xmlns:a16="http://schemas.microsoft.com/office/drawing/2014/main" id="{CD6A8C54-EA65-6BD9-72EF-24A886C27BD7}"/>
              </a:ext>
            </a:extLst>
          </p:cNvPr>
          <p:cNvGraphicFramePr>
            <a:graphicFrameLocks noGrp="1"/>
          </p:cNvGraphicFramePr>
          <p:nvPr>
            <p:ph idx="1"/>
            <p:extLst>
              <p:ext uri="{D42A27DB-BD31-4B8C-83A1-F6EECF244321}">
                <p14:modId xmlns:p14="http://schemas.microsoft.com/office/powerpoint/2010/main" val="2646403788"/>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1773016"/>
      </p:ext>
    </p:extLst>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E1FE0-FCDB-A555-F7AF-4A8DB194E29E}"/>
              </a:ext>
            </a:extLst>
          </p:cNvPr>
          <p:cNvSpPr>
            <a:spLocks noGrp="1"/>
          </p:cNvSpPr>
          <p:nvPr>
            <p:ph type="title"/>
          </p:nvPr>
        </p:nvSpPr>
        <p:spPr>
          <a:xfrm>
            <a:off x="685801" y="643466"/>
            <a:ext cx="3351530" cy="4995333"/>
          </a:xfrm>
        </p:spPr>
        <p:txBody>
          <a:bodyPr>
            <a:normAutofit/>
          </a:bodyPr>
          <a:lstStyle/>
          <a:p>
            <a:r>
              <a:rPr lang="en-US" dirty="0">
                <a:solidFill>
                  <a:schemeClr val="accent1">
                    <a:lumMod val="75000"/>
                  </a:schemeClr>
                </a:solidFill>
              </a:rPr>
              <a:t>Operating System Layers</a:t>
            </a:r>
          </a:p>
        </p:txBody>
      </p:sp>
      <p:graphicFrame>
        <p:nvGraphicFramePr>
          <p:cNvPr id="5" name="Content Placeholder 2">
            <a:extLst>
              <a:ext uri="{FF2B5EF4-FFF2-40B4-BE49-F238E27FC236}">
                <a16:creationId xmlns:a16="http://schemas.microsoft.com/office/drawing/2014/main" id="{0EC98270-F410-5601-3FD5-3DC533FB56CF}"/>
              </a:ext>
            </a:extLst>
          </p:cNvPr>
          <p:cNvGraphicFramePr>
            <a:graphicFrameLocks noGrp="1"/>
          </p:cNvGraphicFramePr>
          <p:nvPr>
            <p:ph idx="1"/>
            <p:extLst>
              <p:ext uri="{D42A27DB-BD31-4B8C-83A1-F6EECF244321}">
                <p14:modId xmlns:p14="http://schemas.microsoft.com/office/powerpoint/2010/main" val="1475047868"/>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7495361"/>
      </p:ext>
    </p:extLst>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0C0B1-BD2E-AE32-A386-6F32EFC62EAE}"/>
              </a:ext>
            </a:extLst>
          </p:cNvPr>
          <p:cNvSpPr>
            <a:spLocks noGrp="1"/>
          </p:cNvSpPr>
          <p:nvPr>
            <p:ph type="title"/>
          </p:nvPr>
        </p:nvSpPr>
        <p:spPr>
          <a:xfrm>
            <a:off x="685801" y="643466"/>
            <a:ext cx="3351530" cy="4995333"/>
          </a:xfrm>
        </p:spPr>
        <p:txBody>
          <a:bodyPr>
            <a:normAutofit/>
          </a:bodyPr>
          <a:lstStyle/>
          <a:p>
            <a:r>
              <a:rPr lang="en-US" dirty="0">
                <a:solidFill>
                  <a:schemeClr val="accent1">
                    <a:lumMod val="75000"/>
                  </a:schemeClr>
                </a:solidFill>
              </a:rPr>
              <a:t>Security Layers</a:t>
            </a:r>
          </a:p>
        </p:txBody>
      </p:sp>
      <p:graphicFrame>
        <p:nvGraphicFramePr>
          <p:cNvPr id="5" name="Content Placeholder 2">
            <a:extLst>
              <a:ext uri="{FF2B5EF4-FFF2-40B4-BE49-F238E27FC236}">
                <a16:creationId xmlns:a16="http://schemas.microsoft.com/office/drawing/2014/main" id="{929A6DFD-19C4-A6B8-9E17-BA34CE85DB7F}"/>
              </a:ext>
            </a:extLst>
          </p:cNvPr>
          <p:cNvGraphicFramePr>
            <a:graphicFrameLocks noGrp="1"/>
          </p:cNvGraphicFramePr>
          <p:nvPr>
            <p:ph idx="1"/>
            <p:extLst>
              <p:ext uri="{D42A27DB-BD31-4B8C-83A1-F6EECF244321}">
                <p14:modId xmlns:p14="http://schemas.microsoft.com/office/powerpoint/2010/main" val="876677886"/>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5173656"/>
      </p:ext>
    </p:extLst>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934D6-EA49-19D7-1A7F-9763E9D640C4}"/>
              </a:ext>
            </a:extLst>
          </p:cNvPr>
          <p:cNvSpPr>
            <a:spLocks noGrp="1"/>
          </p:cNvSpPr>
          <p:nvPr>
            <p:ph type="title"/>
          </p:nvPr>
        </p:nvSpPr>
        <p:spPr>
          <a:xfrm>
            <a:off x="685800" y="643466"/>
            <a:ext cx="3979505" cy="4995333"/>
          </a:xfrm>
        </p:spPr>
        <p:txBody>
          <a:bodyPr>
            <a:normAutofit/>
          </a:bodyPr>
          <a:lstStyle/>
          <a:p>
            <a:r>
              <a:rPr lang="en-US" dirty="0">
                <a:solidFill>
                  <a:schemeClr val="accent1">
                    <a:lumMod val="75000"/>
                  </a:schemeClr>
                </a:solidFill>
              </a:rPr>
              <a:t>Development Process Layers</a:t>
            </a:r>
          </a:p>
        </p:txBody>
      </p:sp>
      <p:graphicFrame>
        <p:nvGraphicFramePr>
          <p:cNvPr id="5" name="Content Placeholder 2">
            <a:extLst>
              <a:ext uri="{FF2B5EF4-FFF2-40B4-BE49-F238E27FC236}">
                <a16:creationId xmlns:a16="http://schemas.microsoft.com/office/drawing/2014/main" id="{4180A07D-5C03-4C3D-7E17-250FA099220E}"/>
              </a:ext>
            </a:extLst>
          </p:cNvPr>
          <p:cNvGraphicFramePr>
            <a:graphicFrameLocks noGrp="1"/>
          </p:cNvGraphicFramePr>
          <p:nvPr>
            <p:ph idx="1"/>
            <p:extLst>
              <p:ext uri="{D42A27DB-BD31-4B8C-83A1-F6EECF244321}">
                <p14:modId xmlns:p14="http://schemas.microsoft.com/office/powerpoint/2010/main" val="2012384957"/>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6383775"/>
      </p:ext>
    </p:extLst>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5A12E-B72F-0305-3053-55E923172D6E}"/>
              </a:ext>
            </a:extLst>
          </p:cNvPr>
          <p:cNvSpPr>
            <a:spLocks noGrp="1"/>
          </p:cNvSpPr>
          <p:nvPr>
            <p:ph type="title"/>
          </p:nvPr>
        </p:nvSpPr>
        <p:spPr>
          <a:xfrm>
            <a:off x="685800" y="643466"/>
            <a:ext cx="4558003" cy="4995333"/>
          </a:xfrm>
        </p:spPr>
        <p:txBody>
          <a:bodyPr>
            <a:normAutofit/>
          </a:bodyPr>
          <a:lstStyle/>
          <a:p>
            <a:r>
              <a:rPr lang="en-US" dirty="0">
                <a:solidFill>
                  <a:schemeClr val="accent1">
                    <a:lumMod val="75000"/>
                  </a:schemeClr>
                </a:solidFill>
              </a:rPr>
              <a:t>Virtualization Layers</a:t>
            </a:r>
          </a:p>
        </p:txBody>
      </p:sp>
      <p:graphicFrame>
        <p:nvGraphicFramePr>
          <p:cNvPr id="5" name="Content Placeholder 2">
            <a:extLst>
              <a:ext uri="{FF2B5EF4-FFF2-40B4-BE49-F238E27FC236}">
                <a16:creationId xmlns:a16="http://schemas.microsoft.com/office/drawing/2014/main" id="{B495F792-7056-5CE8-C57A-6F7436F058EE}"/>
              </a:ext>
            </a:extLst>
          </p:cNvPr>
          <p:cNvGraphicFramePr>
            <a:graphicFrameLocks noGrp="1"/>
          </p:cNvGraphicFramePr>
          <p:nvPr>
            <p:ph idx="1"/>
            <p:extLst>
              <p:ext uri="{D42A27DB-BD31-4B8C-83A1-F6EECF244321}">
                <p14:modId xmlns:p14="http://schemas.microsoft.com/office/powerpoint/2010/main" val="305518135"/>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260914"/>
      </p:ext>
    </p:extLst>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15681-6FD9-C451-A630-7D27486F1EB9}"/>
              </a:ext>
            </a:extLst>
          </p:cNvPr>
          <p:cNvSpPr>
            <a:spLocks noGrp="1"/>
          </p:cNvSpPr>
          <p:nvPr>
            <p:ph type="title"/>
          </p:nvPr>
        </p:nvSpPr>
        <p:spPr>
          <a:xfrm>
            <a:off x="685800" y="643466"/>
            <a:ext cx="4641979" cy="4995333"/>
          </a:xfrm>
        </p:spPr>
        <p:txBody>
          <a:bodyPr>
            <a:normAutofit/>
          </a:bodyPr>
          <a:lstStyle/>
          <a:p>
            <a:r>
              <a:rPr lang="en-US" dirty="0">
                <a:solidFill>
                  <a:schemeClr val="accent1">
                    <a:lumMod val="75000"/>
                  </a:schemeClr>
                </a:solidFill>
              </a:rPr>
              <a:t>Microservices Architecture</a:t>
            </a:r>
          </a:p>
        </p:txBody>
      </p:sp>
      <p:graphicFrame>
        <p:nvGraphicFramePr>
          <p:cNvPr id="5" name="Content Placeholder 2">
            <a:extLst>
              <a:ext uri="{FF2B5EF4-FFF2-40B4-BE49-F238E27FC236}">
                <a16:creationId xmlns:a16="http://schemas.microsoft.com/office/drawing/2014/main" id="{CD7E361D-5C1D-216A-F508-74220A7DF4DD}"/>
              </a:ext>
            </a:extLst>
          </p:cNvPr>
          <p:cNvGraphicFramePr>
            <a:graphicFrameLocks noGrp="1"/>
          </p:cNvGraphicFramePr>
          <p:nvPr>
            <p:ph idx="1"/>
            <p:extLst>
              <p:ext uri="{D42A27DB-BD31-4B8C-83A1-F6EECF244321}">
                <p14:modId xmlns:p14="http://schemas.microsoft.com/office/powerpoint/2010/main" val="2936882552"/>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0221892"/>
      </p:ext>
    </p:extLst>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B1D4F-83BB-9B8D-97E2-F01E809F6173}"/>
              </a:ext>
            </a:extLst>
          </p:cNvPr>
          <p:cNvSpPr>
            <a:spLocks noGrp="1"/>
          </p:cNvSpPr>
          <p:nvPr>
            <p:ph type="title"/>
          </p:nvPr>
        </p:nvSpPr>
        <p:spPr>
          <a:xfrm>
            <a:off x="685801" y="643466"/>
            <a:ext cx="3351530" cy="4995333"/>
          </a:xfrm>
        </p:spPr>
        <p:txBody>
          <a:bodyPr>
            <a:normAutofit/>
          </a:bodyPr>
          <a:lstStyle/>
          <a:p>
            <a:r>
              <a:rPr lang="en-US" dirty="0">
                <a:solidFill>
                  <a:schemeClr val="accent1">
                    <a:lumMod val="75000"/>
                  </a:schemeClr>
                </a:solidFill>
              </a:rPr>
              <a:t>Cloud Computing Layers</a:t>
            </a:r>
          </a:p>
        </p:txBody>
      </p:sp>
      <p:graphicFrame>
        <p:nvGraphicFramePr>
          <p:cNvPr id="5" name="Content Placeholder 2">
            <a:extLst>
              <a:ext uri="{FF2B5EF4-FFF2-40B4-BE49-F238E27FC236}">
                <a16:creationId xmlns:a16="http://schemas.microsoft.com/office/drawing/2014/main" id="{C080736F-36D4-FB30-8497-8BC32336C22C}"/>
              </a:ext>
            </a:extLst>
          </p:cNvPr>
          <p:cNvGraphicFramePr>
            <a:graphicFrameLocks noGrp="1"/>
          </p:cNvGraphicFramePr>
          <p:nvPr>
            <p:ph idx="1"/>
            <p:extLst>
              <p:ext uri="{D42A27DB-BD31-4B8C-83A1-F6EECF244321}">
                <p14:modId xmlns:p14="http://schemas.microsoft.com/office/powerpoint/2010/main" val="929807019"/>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1924224"/>
      </p:ext>
    </p:extLst>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A95EB-0CC9-4F6B-AEBD-1B77749F8360}"/>
              </a:ext>
            </a:extLst>
          </p:cNvPr>
          <p:cNvSpPr>
            <a:spLocks noGrp="1"/>
          </p:cNvSpPr>
          <p:nvPr>
            <p:ph type="title"/>
          </p:nvPr>
        </p:nvSpPr>
        <p:spPr/>
        <p:txBody>
          <a:bodyPr/>
          <a:lstStyle/>
          <a:p>
            <a:r>
              <a:rPr lang="en-US" dirty="0"/>
              <a:t>Why so many Layers in Software?</a:t>
            </a:r>
          </a:p>
        </p:txBody>
      </p:sp>
      <p:sp>
        <p:nvSpPr>
          <p:cNvPr id="3" name="Content Placeholder 2">
            <a:extLst>
              <a:ext uri="{FF2B5EF4-FFF2-40B4-BE49-F238E27FC236}">
                <a16:creationId xmlns:a16="http://schemas.microsoft.com/office/drawing/2014/main" id="{749BFEDD-A957-177D-4BAB-FAE31615343C}"/>
              </a:ext>
            </a:extLst>
          </p:cNvPr>
          <p:cNvSpPr>
            <a:spLocks noGrp="1"/>
          </p:cNvSpPr>
          <p:nvPr>
            <p:ph sz="half" idx="1"/>
          </p:nvPr>
        </p:nvSpPr>
        <p:spPr/>
        <p:txBody>
          <a:bodyPr>
            <a:normAutofit/>
          </a:bodyPr>
          <a:lstStyle/>
          <a:p>
            <a:r>
              <a:rPr lang="en-US" sz="2000" dirty="0"/>
              <a:t>Separation of Concerns</a:t>
            </a:r>
          </a:p>
          <a:p>
            <a:pPr lvl="1"/>
            <a:r>
              <a:rPr lang="en-US" sz="2000" dirty="0"/>
              <a:t>Modularity</a:t>
            </a:r>
          </a:p>
          <a:p>
            <a:pPr lvl="1"/>
            <a:r>
              <a:rPr lang="en-US" sz="2000" dirty="0"/>
              <a:t>Isolation</a:t>
            </a:r>
          </a:p>
          <a:p>
            <a:r>
              <a:rPr lang="en-US" sz="2000" dirty="0"/>
              <a:t>Maintainability</a:t>
            </a:r>
          </a:p>
          <a:p>
            <a:pPr lvl="1"/>
            <a:r>
              <a:rPr lang="en-US" sz="2000" dirty="0"/>
              <a:t>Ease of Updates</a:t>
            </a:r>
          </a:p>
          <a:p>
            <a:pPr lvl="1"/>
            <a:r>
              <a:rPr lang="en-US" sz="2000" dirty="0"/>
              <a:t>Simplified Debugging</a:t>
            </a:r>
          </a:p>
        </p:txBody>
      </p:sp>
      <p:sp>
        <p:nvSpPr>
          <p:cNvPr id="4" name="Content Placeholder 3">
            <a:extLst>
              <a:ext uri="{FF2B5EF4-FFF2-40B4-BE49-F238E27FC236}">
                <a16:creationId xmlns:a16="http://schemas.microsoft.com/office/drawing/2014/main" id="{62EBA1A8-5AD4-7899-6DC7-02AE466AAD09}"/>
              </a:ext>
            </a:extLst>
          </p:cNvPr>
          <p:cNvSpPr>
            <a:spLocks noGrp="1"/>
          </p:cNvSpPr>
          <p:nvPr>
            <p:ph sz="half" idx="2"/>
          </p:nvPr>
        </p:nvSpPr>
        <p:spPr/>
        <p:txBody>
          <a:bodyPr>
            <a:normAutofit/>
          </a:bodyPr>
          <a:lstStyle/>
          <a:p>
            <a:r>
              <a:rPr lang="en-US" sz="2000" dirty="0"/>
              <a:t>Scalability</a:t>
            </a:r>
          </a:p>
          <a:p>
            <a:r>
              <a:rPr lang="en-US" sz="2000" dirty="0"/>
              <a:t>Reusability</a:t>
            </a:r>
          </a:p>
          <a:p>
            <a:pPr lvl="1"/>
            <a:r>
              <a:rPr lang="en-US" sz="2000" dirty="0"/>
              <a:t>Component Reuse</a:t>
            </a:r>
          </a:p>
          <a:p>
            <a:pPr lvl="1"/>
            <a:r>
              <a:rPr lang="en-US" sz="2000" dirty="0"/>
              <a:t>Service Reuse</a:t>
            </a:r>
          </a:p>
          <a:p>
            <a:r>
              <a:rPr lang="en-US" sz="2000" dirty="0"/>
              <a:t>Flexibility</a:t>
            </a:r>
          </a:p>
          <a:p>
            <a:pPr lvl="1"/>
            <a:r>
              <a:rPr lang="en-US" sz="2000" dirty="0"/>
              <a:t>Interchangeability between Layers</a:t>
            </a:r>
          </a:p>
        </p:txBody>
      </p:sp>
    </p:spTree>
    <p:extLst>
      <p:ext uri="{BB962C8B-B14F-4D97-AF65-F5344CB8AC3E}">
        <p14:creationId xmlns:p14="http://schemas.microsoft.com/office/powerpoint/2010/main" val="799532839"/>
      </p:ext>
    </p:extLst>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B8D94BBF-1B19-0944-B389-967EAA181E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B8EB04-CD71-C87F-BA43-EBC08B911AF0}"/>
              </a:ext>
            </a:extLst>
          </p:cNvPr>
          <p:cNvSpPr>
            <a:spLocks noGrp="1"/>
          </p:cNvSpPr>
          <p:nvPr>
            <p:ph type="title"/>
          </p:nvPr>
        </p:nvSpPr>
        <p:spPr/>
        <p:txBody>
          <a:bodyPr/>
          <a:lstStyle/>
          <a:p>
            <a:r>
              <a:rPr lang="en-US" dirty="0"/>
              <a:t>Layering and S.O.L.I.D.</a:t>
            </a:r>
          </a:p>
        </p:txBody>
      </p:sp>
      <p:sp>
        <p:nvSpPr>
          <p:cNvPr id="5" name="Content Placeholder 4">
            <a:extLst>
              <a:ext uri="{FF2B5EF4-FFF2-40B4-BE49-F238E27FC236}">
                <a16:creationId xmlns:a16="http://schemas.microsoft.com/office/drawing/2014/main" id="{76109D82-D24C-3459-EEBB-1C226279D52D}"/>
              </a:ext>
            </a:extLst>
          </p:cNvPr>
          <p:cNvSpPr>
            <a:spLocks noGrp="1"/>
          </p:cNvSpPr>
          <p:nvPr>
            <p:ph idx="1"/>
          </p:nvPr>
        </p:nvSpPr>
        <p:spPr/>
        <p:txBody>
          <a:bodyPr/>
          <a:lstStyle/>
          <a:p>
            <a:r>
              <a:rPr lang="en-US" dirty="0"/>
              <a:t>S. Just like classes layers should have single responsibilities.</a:t>
            </a:r>
          </a:p>
          <a:p>
            <a:r>
              <a:rPr lang="en-US" dirty="0"/>
              <a:t>O. Layered code can bet extended to provide new functionality without needing to modify existing code.</a:t>
            </a:r>
          </a:p>
          <a:p>
            <a:r>
              <a:rPr lang="en-US" dirty="0"/>
              <a:t>L. This principle is still applicable at software layer levels.</a:t>
            </a:r>
          </a:p>
          <a:p>
            <a:r>
              <a:rPr lang="en-US" dirty="0"/>
              <a:t>I. Interfaces at the layer level should expose just what they need just like classes.</a:t>
            </a:r>
          </a:p>
          <a:p>
            <a:r>
              <a:rPr lang="en-US" dirty="0"/>
              <a:t>D. Higher layer levels should not depend on lower level layers.  UI logic should not depend on business and business should not depend on data for example.</a:t>
            </a:r>
          </a:p>
        </p:txBody>
      </p:sp>
    </p:spTree>
    <p:extLst>
      <p:ext uri="{BB962C8B-B14F-4D97-AF65-F5344CB8AC3E}">
        <p14:creationId xmlns:p14="http://schemas.microsoft.com/office/powerpoint/2010/main" val="3544105334"/>
      </p:ext>
    </p:extLst>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48ED1-434D-7A1E-4FA2-F70640E89746}"/>
              </a:ext>
            </a:extLst>
          </p:cNvPr>
          <p:cNvSpPr>
            <a:spLocks noGrp="1"/>
          </p:cNvSpPr>
          <p:nvPr>
            <p:ph type="title"/>
          </p:nvPr>
        </p:nvSpPr>
        <p:spPr/>
        <p:txBody>
          <a:bodyPr>
            <a:normAutofit fontScale="90000"/>
          </a:bodyPr>
          <a:lstStyle/>
          <a:p>
            <a:r>
              <a:rPr lang="en-US" dirty="0"/>
              <a:t>Using Layers throughout your Code</a:t>
            </a:r>
          </a:p>
        </p:txBody>
      </p:sp>
      <p:sp>
        <p:nvSpPr>
          <p:cNvPr id="3" name="Content Placeholder 2">
            <a:extLst>
              <a:ext uri="{FF2B5EF4-FFF2-40B4-BE49-F238E27FC236}">
                <a16:creationId xmlns:a16="http://schemas.microsoft.com/office/drawing/2014/main" id="{020A5C98-3D08-F46D-967C-29B998D65CD8}"/>
              </a:ext>
            </a:extLst>
          </p:cNvPr>
          <p:cNvSpPr>
            <a:spLocks noGrp="1"/>
          </p:cNvSpPr>
          <p:nvPr>
            <p:ph idx="1"/>
          </p:nvPr>
        </p:nvSpPr>
        <p:spPr/>
        <p:txBody>
          <a:bodyPr/>
          <a:lstStyle/>
          <a:p>
            <a:pPr marL="0" indent="0">
              <a:buNone/>
            </a:pPr>
            <a:r>
              <a:rPr lang="en-US" dirty="0"/>
              <a:t>Create a console application.</a:t>
            </a:r>
          </a:p>
          <a:p>
            <a:pPr marL="0" indent="0">
              <a:buNone/>
            </a:pPr>
            <a:r>
              <a:rPr lang="en-US" dirty="0"/>
              <a:t>Put all the necessary code in the console app to read some text from a text file.</a:t>
            </a:r>
          </a:p>
          <a:p>
            <a:pPr marL="0" indent="0">
              <a:buNone/>
            </a:pPr>
            <a:r>
              <a:rPr lang="en-US" dirty="0"/>
              <a:t>Then take that text and transform it in any way you wish.</a:t>
            </a:r>
          </a:p>
          <a:p>
            <a:pPr marL="0" indent="0">
              <a:buNone/>
            </a:pPr>
            <a:r>
              <a:rPr lang="en-US" dirty="0"/>
              <a:t>Then have it write to </a:t>
            </a:r>
            <a:r>
              <a:rPr lang="en-US"/>
              <a:t>the console.</a:t>
            </a:r>
          </a:p>
          <a:p>
            <a:pPr marL="0" indent="0">
              <a:buNone/>
            </a:pPr>
            <a:endParaRPr lang="en-US" dirty="0"/>
          </a:p>
        </p:txBody>
      </p:sp>
    </p:spTree>
    <p:extLst>
      <p:ext uri="{BB962C8B-B14F-4D97-AF65-F5344CB8AC3E}">
        <p14:creationId xmlns:p14="http://schemas.microsoft.com/office/powerpoint/2010/main" val="3005253165"/>
      </p:ext>
    </p:extLst>
  </p:cSld>
  <p:clrMapOvr>
    <a:overrideClrMapping bg1="lt1" tx1="dk1" bg2="lt2" tx2="dk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7A976FDE-0B3E-4D16-0523-D9ED883A7EB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95A8A9-14AC-A53F-4AE0-7540BF2DCD53}"/>
              </a:ext>
            </a:extLst>
          </p:cNvPr>
          <p:cNvSpPr>
            <a:spLocks noGrp="1"/>
          </p:cNvSpPr>
          <p:nvPr>
            <p:ph type="title"/>
          </p:nvPr>
        </p:nvSpPr>
        <p:spPr/>
        <p:txBody>
          <a:bodyPr/>
          <a:lstStyle/>
          <a:p>
            <a:r>
              <a:rPr lang="en-US" dirty="0"/>
              <a:t>STRATEGY Design Pattern</a:t>
            </a:r>
          </a:p>
        </p:txBody>
      </p:sp>
      <p:sp>
        <p:nvSpPr>
          <p:cNvPr id="5" name="Text Placeholder 4">
            <a:extLst>
              <a:ext uri="{FF2B5EF4-FFF2-40B4-BE49-F238E27FC236}">
                <a16:creationId xmlns:a16="http://schemas.microsoft.com/office/drawing/2014/main" id="{A359FF29-A74C-0FB3-8E72-7E86C024AB78}"/>
              </a:ext>
            </a:extLst>
          </p:cNvPr>
          <p:cNvSpPr>
            <a:spLocks noGrp="1"/>
          </p:cNvSpPr>
          <p:nvPr>
            <p:ph type="body" idx="1"/>
          </p:nvPr>
        </p:nvSpPr>
        <p:spPr/>
        <p:txBody>
          <a:bodyPr/>
          <a:lstStyle/>
          <a:p>
            <a:r>
              <a:rPr lang="en-US" dirty="0"/>
              <a:t>Making stuff with the things</a:t>
            </a:r>
          </a:p>
        </p:txBody>
      </p:sp>
    </p:spTree>
    <p:extLst>
      <p:ext uri="{BB962C8B-B14F-4D97-AF65-F5344CB8AC3E}">
        <p14:creationId xmlns:p14="http://schemas.microsoft.com/office/powerpoint/2010/main" val="4084155725"/>
      </p:ext>
    </p:extLst>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6156BD59-2363-8D0C-5524-A91BD8BE8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63949-6D9C-165F-3B9D-F192AA79BFE0}"/>
              </a:ext>
            </a:extLst>
          </p:cNvPr>
          <p:cNvSpPr>
            <a:spLocks noGrp="1"/>
          </p:cNvSpPr>
          <p:nvPr>
            <p:ph type="title"/>
          </p:nvPr>
        </p:nvSpPr>
        <p:spPr/>
        <p:txBody>
          <a:bodyPr/>
          <a:lstStyle/>
          <a:p>
            <a:r>
              <a:rPr lang="en-US" dirty="0"/>
              <a:t>STRATEGY problem space</a:t>
            </a:r>
          </a:p>
        </p:txBody>
      </p:sp>
      <p:sp>
        <p:nvSpPr>
          <p:cNvPr id="4" name="Text Placeholder 3">
            <a:extLst>
              <a:ext uri="{FF2B5EF4-FFF2-40B4-BE49-F238E27FC236}">
                <a16:creationId xmlns:a16="http://schemas.microsoft.com/office/drawing/2014/main" id="{EF6EBDBC-A231-BD5F-222C-927DB1C8E5C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55626508"/>
      </p:ext>
    </p:extLst>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5F060F75-74F1-E0B6-8984-1CD362296D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1271D27-B4FB-574A-D209-BD627034DFFF}"/>
              </a:ext>
            </a:extLst>
          </p:cNvPr>
          <p:cNvSpPr>
            <a:spLocks noGrp="1"/>
          </p:cNvSpPr>
          <p:nvPr>
            <p:ph type="title"/>
          </p:nvPr>
        </p:nvSpPr>
        <p:spPr/>
        <p:txBody>
          <a:bodyPr>
            <a:normAutofit fontScale="90000"/>
          </a:bodyPr>
          <a:lstStyle/>
          <a:p>
            <a:r>
              <a:rPr lang="en-US" dirty="0"/>
              <a:t>What problems does STRATEGY Pattern Help Solve?</a:t>
            </a:r>
          </a:p>
        </p:txBody>
      </p:sp>
      <p:sp>
        <p:nvSpPr>
          <p:cNvPr id="5" name="Content Placeholder 4">
            <a:extLst>
              <a:ext uri="{FF2B5EF4-FFF2-40B4-BE49-F238E27FC236}">
                <a16:creationId xmlns:a16="http://schemas.microsoft.com/office/drawing/2014/main" id="{3FE5FEF5-9EE9-3E84-0896-1944C62D8EC4}"/>
              </a:ext>
            </a:extLst>
          </p:cNvPr>
          <p:cNvSpPr>
            <a:spLocks noGrp="1"/>
          </p:cNvSpPr>
          <p:nvPr>
            <p:ph sz="quarter" idx="13"/>
          </p:nvPr>
        </p:nvSpPr>
        <p:spPr/>
        <p:txBody>
          <a:bodyPr/>
          <a:lstStyle/>
          <a:p>
            <a:r>
              <a:rPr lang="en-US" sz="2400" dirty="0"/>
              <a:t>Implementing Complex Business Logic</a:t>
            </a:r>
          </a:p>
          <a:p>
            <a:r>
              <a:rPr lang="en-US" sz="2400" dirty="0"/>
              <a:t>Creating a family of related algorithms</a:t>
            </a:r>
          </a:p>
          <a:p>
            <a:pPr marL="0" indent="0">
              <a:buNone/>
            </a:pPr>
            <a:endParaRPr lang="en-US" dirty="0"/>
          </a:p>
          <a:p>
            <a:endParaRPr lang="en-US" dirty="0"/>
          </a:p>
        </p:txBody>
      </p:sp>
    </p:spTree>
    <p:extLst>
      <p:ext uri="{BB962C8B-B14F-4D97-AF65-F5344CB8AC3E}">
        <p14:creationId xmlns:p14="http://schemas.microsoft.com/office/powerpoint/2010/main" val="1813535086"/>
      </p:ext>
    </p:extLst>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35C80DAB-F817-E10F-68DA-089E94212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F807F-3AAF-07CE-E0AE-65DA8D161C94}"/>
              </a:ext>
            </a:extLst>
          </p:cNvPr>
          <p:cNvSpPr>
            <a:spLocks noGrp="1"/>
          </p:cNvSpPr>
          <p:nvPr>
            <p:ph type="title"/>
          </p:nvPr>
        </p:nvSpPr>
        <p:spPr/>
        <p:txBody>
          <a:bodyPr/>
          <a:lstStyle/>
          <a:p>
            <a:r>
              <a:rPr lang="en-US" dirty="0"/>
              <a:t>Strategy Pattern Defined</a:t>
            </a:r>
          </a:p>
        </p:txBody>
      </p:sp>
      <p:sp>
        <p:nvSpPr>
          <p:cNvPr id="4" name="Text Placeholder 3">
            <a:extLst>
              <a:ext uri="{FF2B5EF4-FFF2-40B4-BE49-F238E27FC236}">
                <a16:creationId xmlns:a16="http://schemas.microsoft.com/office/drawing/2014/main" id="{34466099-4A19-5DBA-BDBB-C12F4722E12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10968877"/>
      </p:ext>
    </p:extLst>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7B65E020-8FA9-1F31-F4DB-1C826B7A30A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9169D9-9755-D0ED-64CB-A85AD56B3786}"/>
              </a:ext>
            </a:extLst>
          </p:cNvPr>
          <p:cNvSpPr>
            <a:spLocks noGrp="1"/>
          </p:cNvSpPr>
          <p:nvPr>
            <p:ph type="title"/>
          </p:nvPr>
        </p:nvSpPr>
        <p:spPr>
          <a:xfrm>
            <a:off x="685800" y="685800"/>
            <a:ext cx="3621795" cy="2023252"/>
          </a:xfrm>
        </p:spPr>
        <p:txBody>
          <a:bodyPr/>
          <a:lstStyle/>
          <a:p>
            <a:r>
              <a:rPr lang="en-US" dirty="0"/>
              <a:t>Gang of Four Definition</a:t>
            </a:r>
          </a:p>
        </p:txBody>
      </p:sp>
      <p:pic>
        <p:nvPicPr>
          <p:cNvPr id="7" name="Content Placeholder 6">
            <a:extLst>
              <a:ext uri="{FF2B5EF4-FFF2-40B4-BE49-F238E27FC236}">
                <a16:creationId xmlns:a16="http://schemas.microsoft.com/office/drawing/2014/main" id="{658A8E43-2C5F-0665-BED1-CD421ED80A0D}"/>
              </a:ext>
            </a:extLst>
          </p:cNvPr>
          <p:cNvPicPr>
            <a:picLocks noGrp="1" noChangeAspect="1"/>
          </p:cNvPicPr>
          <p:nvPr>
            <p:ph type="pic" idx="1"/>
          </p:nvPr>
        </p:nvPicPr>
        <p:blipFill>
          <a:blip r:embed="rId3"/>
          <a:stretch/>
        </p:blipFill>
        <p:spPr>
          <a:xfrm>
            <a:off x="5558813" y="1399142"/>
            <a:ext cx="5391902" cy="2829320"/>
          </a:xfrm>
        </p:spPr>
      </p:pic>
      <p:sp>
        <p:nvSpPr>
          <p:cNvPr id="6" name="Text Placeholder 5">
            <a:extLst>
              <a:ext uri="{FF2B5EF4-FFF2-40B4-BE49-F238E27FC236}">
                <a16:creationId xmlns:a16="http://schemas.microsoft.com/office/drawing/2014/main" id="{F715711C-47E0-CF5F-2C14-699704554B83}"/>
              </a:ext>
            </a:extLst>
          </p:cNvPr>
          <p:cNvSpPr>
            <a:spLocks noGrp="1"/>
          </p:cNvSpPr>
          <p:nvPr>
            <p:ph type="body" sz="half" idx="2"/>
          </p:nvPr>
        </p:nvSpPr>
        <p:spPr>
          <a:xfrm>
            <a:off x="685801" y="2709052"/>
            <a:ext cx="4624329" cy="2362481"/>
          </a:xfrm>
        </p:spPr>
        <p:txBody>
          <a:bodyPr/>
          <a:lstStyle/>
          <a:p>
            <a:r>
              <a:rPr lang="en-US" dirty="0"/>
              <a:t>“Define a family of algorithms encapsulate each one and make them interchangeable.  Strategy lets the algorithm vary independently from clients that use it.”</a:t>
            </a:r>
          </a:p>
        </p:txBody>
      </p:sp>
    </p:spTree>
    <p:extLst>
      <p:ext uri="{BB962C8B-B14F-4D97-AF65-F5344CB8AC3E}">
        <p14:creationId xmlns:p14="http://schemas.microsoft.com/office/powerpoint/2010/main" val="729107563"/>
      </p:ext>
    </p:extLst>
  </p:cSld>
  <p:clrMapOvr>
    <a:overrideClrMapping bg1="lt1" tx1="dk1" bg2="lt2" tx2="dk2" accent1="accent1" accent2="accent2" accent3="accent3" accent4="accent4" accent5="accent5" accent6="accent6" hlink="hlink" folHlink="folHlink"/>
  </p:clrMapOvr>
</p:sld>
</file>

<file path=ppt/slides/slide10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07A86D82-ACBC-62B1-7C5B-1FA9B8DF974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2D902C1-A291-FF30-F80B-5F3223C12FE1}"/>
              </a:ext>
            </a:extLst>
          </p:cNvPr>
          <p:cNvSpPr>
            <a:spLocks noGrp="1"/>
          </p:cNvSpPr>
          <p:nvPr>
            <p:ph type="title"/>
          </p:nvPr>
        </p:nvSpPr>
        <p:spPr/>
        <p:txBody>
          <a:bodyPr>
            <a:normAutofit fontScale="90000"/>
          </a:bodyPr>
          <a:lstStyle/>
          <a:p>
            <a:r>
              <a:rPr lang="en-US" dirty="0"/>
              <a:t>Attributes of a Strategy Design Pattern</a:t>
            </a:r>
          </a:p>
        </p:txBody>
      </p:sp>
      <p:sp>
        <p:nvSpPr>
          <p:cNvPr id="6" name="Content Placeholder 5">
            <a:extLst>
              <a:ext uri="{FF2B5EF4-FFF2-40B4-BE49-F238E27FC236}">
                <a16:creationId xmlns:a16="http://schemas.microsoft.com/office/drawing/2014/main" id="{5608DD7C-716C-5C41-686D-D3174F8DDB54}"/>
              </a:ext>
            </a:extLst>
          </p:cNvPr>
          <p:cNvSpPr>
            <a:spLocks noGrp="1"/>
          </p:cNvSpPr>
          <p:nvPr>
            <p:ph idx="1"/>
          </p:nvPr>
        </p:nvSpPr>
        <p:spPr/>
        <p:txBody>
          <a:bodyPr/>
          <a:lstStyle/>
          <a:p>
            <a:pPr rtl="0"/>
            <a:r>
              <a:rPr lang="en-US" b="1" dirty="0"/>
              <a:t>There is a strategy interface the defines the action method.</a:t>
            </a:r>
            <a:endParaRPr lang="en-US" dirty="0"/>
          </a:p>
          <a:p>
            <a:pPr rtl="0"/>
            <a:r>
              <a:rPr lang="en-US" b="1" dirty="0"/>
              <a:t>Multiple concrete strategies (Implementations)</a:t>
            </a:r>
            <a:endParaRPr lang="en-US" dirty="0"/>
          </a:p>
          <a:p>
            <a:pPr rtl="0"/>
            <a:r>
              <a:rPr lang="en-US" b="1" dirty="0"/>
              <a:t>There is a strategy context which encapsulates the strategy interface</a:t>
            </a:r>
          </a:p>
          <a:p>
            <a:pPr rtl="0"/>
            <a:r>
              <a:rPr lang="en-US" b="1" dirty="0"/>
              <a:t>The context allows the calling code to set its internal strategy field to a concrete implementation</a:t>
            </a:r>
          </a:p>
          <a:p>
            <a:pPr rtl="0"/>
            <a:r>
              <a:rPr lang="en-US" b="1" dirty="0"/>
              <a:t>The concrete strategy implementation is set on the context based on some conditional logic</a:t>
            </a:r>
            <a:endParaRPr lang="en-US" dirty="0"/>
          </a:p>
        </p:txBody>
      </p:sp>
    </p:spTree>
    <p:extLst>
      <p:ext uri="{BB962C8B-B14F-4D97-AF65-F5344CB8AC3E}">
        <p14:creationId xmlns:p14="http://schemas.microsoft.com/office/powerpoint/2010/main" val="3904450490"/>
      </p:ext>
    </p:extLst>
  </p:cSld>
  <p:clrMapOvr>
    <a:overrideClrMapping bg1="lt1" tx1="dk1" bg2="lt2" tx2="dk2" accent1="accent1" accent2="accent2" accent3="accent3" accent4="accent4" accent5="accent5" accent6="accent6" hlink="hlink" folHlink="folHlink"/>
  </p:clrMapOvr>
</p:sld>
</file>

<file path=ppt/slides/slide10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5E689-D42F-A49C-3FAD-BF55711906D7}"/>
              </a:ext>
            </a:extLst>
          </p:cNvPr>
          <p:cNvSpPr>
            <a:spLocks noGrp="1"/>
          </p:cNvSpPr>
          <p:nvPr>
            <p:ph type="title"/>
          </p:nvPr>
        </p:nvSpPr>
        <p:spPr/>
        <p:txBody>
          <a:bodyPr/>
          <a:lstStyle/>
          <a:p>
            <a:r>
              <a:rPr lang="en-US" dirty="0"/>
              <a:t>Essential Elements</a:t>
            </a:r>
          </a:p>
        </p:txBody>
      </p:sp>
      <p:sp>
        <p:nvSpPr>
          <p:cNvPr id="3" name="Content Placeholder 2">
            <a:extLst>
              <a:ext uri="{FF2B5EF4-FFF2-40B4-BE49-F238E27FC236}">
                <a16:creationId xmlns:a16="http://schemas.microsoft.com/office/drawing/2014/main" id="{126A9437-87F6-0296-68D6-FF0DFF24DEA2}"/>
              </a:ext>
            </a:extLst>
          </p:cNvPr>
          <p:cNvSpPr>
            <a:spLocks noGrp="1"/>
          </p:cNvSpPr>
          <p:nvPr>
            <p:ph idx="1"/>
          </p:nvPr>
        </p:nvSpPr>
        <p:spPr/>
        <p:txBody>
          <a:bodyPr/>
          <a:lstStyle/>
          <a:p>
            <a:r>
              <a:rPr lang="en-US" dirty="0"/>
              <a:t>Strategy Interface : Interface for all supported algorithms.</a:t>
            </a:r>
          </a:p>
          <a:p>
            <a:r>
              <a:rPr lang="en-US" dirty="0"/>
              <a:t>Concrete Strategies : Implement the Strategy Interface with a specific algorithm or behavior.</a:t>
            </a:r>
          </a:p>
          <a:p>
            <a:r>
              <a:rPr lang="en-US" dirty="0"/>
              <a:t>Context : Maintains the reference to the strategy object and delegates the behavior to it.  Allows of dynamically setting the strategy.</a:t>
            </a:r>
          </a:p>
          <a:p>
            <a:endParaRPr lang="en-US" dirty="0"/>
          </a:p>
        </p:txBody>
      </p:sp>
    </p:spTree>
    <p:extLst>
      <p:ext uri="{BB962C8B-B14F-4D97-AF65-F5344CB8AC3E}">
        <p14:creationId xmlns:p14="http://schemas.microsoft.com/office/powerpoint/2010/main" val="1928508020"/>
      </p:ext>
    </p:extLst>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6C2B2B10-1AE9-772C-01B9-C2D4FA1E4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1BFF9-E25B-4811-2EE2-6DA92A3D1ED3}"/>
              </a:ext>
            </a:extLst>
          </p:cNvPr>
          <p:cNvSpPr>
            <a:spLocks noGrp="1"/>
          </p:cNvSpPr>
          <p:nvPr>
            <p:ph type="title"/>
          </p:nvPr>
        </p:nvSpPr>
        <p:spPr/>
        <p:txBody>
          <a:bodyPr>
            <a:normAutofit fontScale="90000"/>
          </a:bodyPr>
          <a:lstStyle/>
          <a:p>
            <a:r>
              <a:rPr lang="en-US" dirty="0"/>
              <a:t>Benefits of a Strategy Design Pattern</a:t>
            </a:r>
          </a:p>
        </p:txBody>
      </p:sp>
      <p:sp>
        <p:nvSpPr>
          <p:cNvPr id="3" name="Content Placeholder 2">
            <a:extLst>
              <a:ext uri="{FF2B5EF4-FFF2-40B4-BE49-F238E27FC236}">
                <a16:creationId xmlns:a16="http://schemas.microsoft.com/office/drawing/2014/main" id="{01DA5437-B481-1279-4749-21AB2B1FF37E}"/>
              </a:ext>
            </a:extLst>
          </p:cNvPr>
          <p:cNvSpPr>
            <a:spLocks noGrp="1"/>
          </p:cNvSpPr>
          <p:nvPr>
            <p:ph idx="1"/>
          </p:nvPr>
        </p:nvSpPr>
        <p:spPr/>
        <p:txBody>
          <a:bodyPr>
            <a:normAutofit fontScale="92500"/>
          </a:bodyPr>
          <a:lstStyle/>
          <a:p>
            <a:pPr rtl="0"/>
            <a:r>
              <a:rPr lang="en-US" b="1" dirty="0"/>
              <a:t>Reduces complex conditional logic from the code because each type of behavior is handled by it’s own strategy</a:t>
            </a:r>
            <a:endParaRPr lang="en-US" dirty="0"/>
          </a:p>
          <a:p>
            <a:pPr rtl="0"/>
            <a:r>
              <a:rPr lang="en-US" b="1" dirty="0"/>
              <a:t>Easily swap algorithms at runtime</a:t>
            </a:r>
            <a:endParaRPr lang="en-US" dirty="0"/>
          </a:p>
          <a:p>
            <a:r>
              <a:rPr lang="en-US" b="1" dirty="0"/>
              <a:t>Because the context retains I’s strategy you don’t have to execute conditional logic regularly</a:t>
            </a:r>
          </a:p>
          <a:p>
            <a:pPr marL="0" indent="0">
              <a:buNone/>
            </a:pPr>
            <a:endParaRPr lang="en-US" dirty="0"/>
          </a:p>
          <a:p>
            <a:pPr rtl="0"/>
            <a:endParaRPr lang="en-US" dirty="0"/>
          </a:p>
          <a:p>
            <a:pPr marL="0" indent="0">
              <a:buNone/>
            </a:pPr>
            <a:r>
              <a:rPr lang="en-US" dirty="0"/>
              <a:t>.</a:t>
            </a:r>
          </a:p>
        </p:txBody>
      </p:sp>
    </p:spTree>
    <p:extLst>
      <p:ext uri="{BB962C8B-B14F-4D97-AF65-F5344CB8AC3E}">
        <p14:creationId xmlns:p14="http://schemas.microsoft.com/office/powerpoint/2010/main" val="313604545"/>
      </p:ext>
    </p:extLst>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C0074EED-176B-93CF-3208-72CBF37F09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6EFE2-D086-7926-CD3B-DA69A7172779}"/>
              </a:ext>
            </a:extLst>
          </p:cNvPr>
          <p:cNvSpPr>
            <a:spLocks noGrp="1"/>
          </p:cNvSpPr>
          <p:nvPr>
            <p:ph type="title"/>
          </p:nvPr>
        </p:nvSpPr>
        <p:spPr/>
        <p:txBody>
          <a:bodyPr>
            <a:normAutofit fontScale="90000"/>
          </a:bodyPr>
          <a:lstStyle/>
          <a:p>
            <a:r>
              <a:rPr lang="en-US" dirty="0"/>
              <a:t>Down sides of A Strategy Design Pattern</a:t>
            </a:r>
          </a:p>
        </p:txBody>
      </p:sp>
      <p:sp>
        <p:nvSpPr>
          <p:cNvPr id="3" name="Content Placeholder 2">
            <a:extLst>
              <a:ext uri="{FF2B5EF4-FFF2-40B4-BE49-F238E27FC236}">
                <a16:creationId xmlns:a16="http://schemas.microsoft.com/office/drawing/2014/main" id="{B5A97FE5-AC7A-107F-AFC0-85E85AEE6FFB}"/>
              </a:ext>
            </a:extLst>
          </p:cNvPr>
          <p:cNvSpPr>
            <a:spLocks noGrp="1"/>
          </p:cNvSpPr>
          <p:nvPr>
            <p:ph idx="1"/>
          </p:nvPr>
        </p:nvSpPr>
        <p:spPr/>
        <p:txBody>
          <a:bodyPr/>
          <a:lstStyle/>
          <a:p>
            <a:pPr rtl="0">
              <a:buFont typeface="Arial" panose="020B0604020202020204" pitchFamily="34" charset="0"/>
              <a:buChar char="•"/>
            </a:pPr>
            <a:r>
              <a:rPr lang="en-US" dirty="0"/>
              <a:t>Most languages provide method delegation and in many cases this may be a more appropriate implementation to solve this problem.</a:t>
            </a:r>
          </a:p>
          <a:p>
            <a:pPr rtl="0">
              <a:buFont typeface="Arial" panose="020B0604020202020204" pitchFamily="34" charset="0"/>
              <a:buChar char="•"/>
            </a:pPr>
            <a:r>
              <a:rPr lang="en-US" dirty="0"/>
              <a:t>May overcomplicate behavior.</a:t>
            </a:r>
          </a:p>
        </p:txBody>
      </p:sp>
    </p:spTree>
    <p:extLst>
      <p:ext uri="{BB962C8B-B14F-4D97-AF65-F5344CB8AC3E}">
        <p14:creationId xmlns:p14="http://schemas.microsoft.com/office/powerpoint/2010/main" val="3945959511"/>
      </p:ext>
    </p:extLst>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14936AAC-BD68-F217-6A49-3FAFA2951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4B106-EE45-92AC-FAB6-3E6C640856EB}"/>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95719F64-396A-BC86-F1B7-6356CE81E02E}"/>
              </a:ext>
            </a:extLst>
          </p:cNvPr>
          <p:cNvSpPr>
            <a:spLocks noGrp="1"/>
          </p:cNvSpPr>
          <p:nvPr>
            <p:ph type="body" idx="1"/>
          </p:nvPr>
        </p:nvSpPr>
        <p:spPr/>
        <p:txBody>
          <a:bodyPr/>
          <a:lstStyle/>
          <a:p>
            <a:r>
              <a:rPr lang="en-US" dirty="0"/>
              <a:t>State</a:t>
            </a:r>
          </a:p>
        </p:txBody>
      </p:sp>
    </p:spTree>
    <p:extLst>
      <p:ext uri="{BB962C8B-B14F-4D97-AF65-F5344CB8AC3E}">
        <p14:creationId xmlns:p14="http://schemas.microsoft.com/office/powerpoint/2010/main" val="402924399"/>
      </p:ext>
    </p:extLst>
  </p:cSld>
  <p:clrMapOvr>
    <a:overrideClrMapping bg1="lt1" tx1="dk1" bg2="lt2" tx2="dk2" accent1="accent1" accent2="accent2" accent3="accent3" accent4="accent4" accent5="accent5" accent6="accent6" hlink="hlink" folHlink="folHlink"/>
  </p:clrMapOvr>
</p:sld>
</file>

<file path=ppt/slides/slide10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A5E0AAA8-7026-2B6C-FF0F-4EEB53E0E6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24B9E8-6E84-5F5A-6528-DCBE183615C7}"/>
              </a:ext>
            </a:extLst>
          </p:cNvPr>
          <p:cNvSpPr>
            <a:spLocks noGrp="1"/>
          </p:cNvSpPr>
          <p:nvPr>
            <p:ph type="title"/>
          </p:nvPr>
        </p:nvSpPr>
        <p:spPr/>
        <p:txBody>
          <a:bodyPr/>
          <a:lstStyle/>
          <a:p>
            <a:r>
              <a:rPr lang="en-US" dirty="0"/>
              <a:t>Strategy pattern and S.O.L.I.D.</a:t>
            </a:r>
          </a:p>
        </p:txBody>
      </p:sp>
      <p:sp>
        <p:nvSpPr>
          <p:cNvPr id="5" name="Content Placeholder 4">
            <a:extLst>
              <a:ext uri="{FF2B5EF4-FFF2-40B4-BE49-F238E27FC236}">
                <a16:creationId xmlns:a16="http://schemas.microsoft.com/office/drawing/2014/main" id="{DF490322-9A8F-5737-002C-3EC967EE676A}"/>
              </a:ext>
            </a:extLst>
          </p:cNvPr>
          <p:cNvSpPr>
            <a:spLocks noGrp="1"/>
          </p:cNvSpPr>
          <p:nvPr>
            <p:ph idx="1"/>
          </p:nvPr>
        </p:nvSpPr>
        <p:spPr/>
        <p:txBody>
          <a:bodyPr>
            <a:normAutofit fontScale="85000" lnSpcReduction="10000"/>
          </a:bodyPr>
          <a:lstStyle/>
          <a:p>
            <a:r>
              <a:rPr lang="en-US" dirty="0"/>
              <a:t>S. Each Concrete class has a single responsibility (To handle the behavior for a specific strategy)</a:t>
            </a:r>
          </a:p>
          <a:p>
            <a:r>
              <a:rPr lang="en-US" dirty="0"/>
              <a:t>O. Strategy Pattern is open to extension (by adding new concrete classes) and closed to modification by not necessitating changing other classes to implement the new strategy.</a:t>
            </a:r>
          </a:p>
          <a:p>
            <a:r>
              <a:rPr lang="en-US" dirty="0"/>
              <a:t>L. Concrete Strategies must be interchangeable for one another because they fully must represent the strategy interface.</a:t>
            </a:r>
          </a:p>
          <a:p>
            <a:r>
              <a:rPr lang="en-US" dirty="0"/>
              <a:t>I.  The Strategy interface requires an interface that only does what is required to handle the strategy involved and not force having nonessential functionality. </a:t>
            </a:r>
          </a:p>
          <a:p>
            <a:r>
              <a:rPr lang="en-US" dirty="0"/>
              <a:t>D. The strategy can be injected into context and context is dependent on the interface not the concrete class. </a:t>
            </a:r>
          </a:p>
        </p:txBody>
      </p:sp>
    </p:spTree>
    <p:extLst>
      <p:ext uri="{BB962C8B-B14F-4D97-AF65-F5344CB8AC3E}">
        <p14:creationId xmlns:p14="http://schemas.microsoft.com/office/powerpoint/2010/main" val="1640876103"/>
      </p:ext>
    </p:extLst>
  </p:cSld>
  <p:clrMapOvr>
    <a:overrideClrMapping bg1="lt1" tx1="dk1" bg2="lt2" tx2="dk2" accent1="accent1" accent2="accent2" accent3="accent3" accent4="accent4" accent5="accent5" accent6="accent6" hlink="hlink" folHlink="folHlink"/>
  </p:clrMapOvr>
</p:sld>
</file>

<file path=ppt/slides/slide10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1F0F4137-25FD-EC9F-035A-ABE7B596B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16669-601B-86A6-F00F-7C86026F563E}"/>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245AB270-6F6D-C496-BEFF-50FD10EF0FE6}"/>
              </a:ext>
            </a:extLst>
          </p:cNvPr>
          <p:cNvSpPr>
            <a:spLocks noGrp="1"/>
          </p:cNvSpPr>
          <p:nvPr>
            <p:ph type="body" idx="1"/>
          </p:nvPr>
        </p:nvSpPr>
        <p:spPr>
          <a:xfrm>
            <a:off x="685799" y="4624981"/>
            <a:ext cx="10131428" cy="860400"/>
          </a:xfrm>
        </p:spPr>
        <p:txBody>
          <a:bodyPr/>
          <a:lstStyle/>
          <a:p>
            <a:r>
              <a:rPr lang="en-US" dirty="0"/>
              <a:t>Strategy pattern</a:t>
            </a:r>
          </a:p>
        </p:txBody>
      </p:sp>
    </p:spTree>
    <p:extLst>
      <p:ext uri="{BB962C8B-B14F-4D97-AF65-F5344CB8AC3E}">
        <p14:creationId xmlns:p14="http://schemas.microsoft.com/office/powerpoint/2010/main" val="3092861775"/>
      </p:ext>
    </p:extLst>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C20F1C0F-B7AD-2F9D-E315-0146851B5D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E3086-244A-A415-C749-97F40C8882C6}"/>
              </a:ext>
            </a:extLst>
          </p:cNvPr>
          <p:cNvSpPr>
            <a:spLocks noGrp="1"/>
          </p:cNvSpPr>
          <p:nvPr>
            <p:ph type="title"/>
          </p:nvPr>
        </p:nvSpPr>
        <p:spPr/>
        <p:txBody>
          <a:bodyPr/>
          <a:lstStyle/>
          <a:p>
            <a:r>
              <a:rPr lang="en-US" dirty="0"/>
              <a:t>What are some Scenarios where The Strategy Pattern Might be Useful? </a:t>
            </a:r>
          </a:p>
        </p:txBody>
      </p:sp>
      <p:sp>
        <p:nvSpPr>
          <p:cNvPr id="3" name="Text Placeholder 2">
            <a:extLst>
              <a:ext uri="{FF2B5EF4-FFF2-40B4-BE49-F238E27FC236}">
                <a16:creationId xmlns:a16="http://schemas.microsoft.com/office/drawing/2014/main" id="{0469D250-8467-D37F-D018-3870CCBA246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09931042"/>
      </p:ext>
    </p:extLst>
  </p:cSld>
  <p:clrMapOvr>
    <a:overrideClrMapping bg1="lt1" tx1="dk1" bg2="lt2" tx2="dk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59553DAE-2A55-3A39-1ECD-0234FA7D3B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C8F35D-CFB0-727C-41CA-4EBF2AB4FCDD}"/>
              </a:ext>
            </a:extLst>
          </p:cNvPr>
          <p:cNvSpPr>
            <a:spLocks noGrp="1"/>
          </p:cNvSpPr>
          <p:nvPr>
            <p:ph type="title"/>
          </p:nvPr>
        </p:nvSpPr>
        <p:spPr/>
        <p:txBody>
          <a:bodyPr>
            <a:normAutofit fontScale="90000"/>
          </a:bodyPr>
          <a:lstStyle/>
          <a:p>
            <a:r>
              <a:rPr lang="en-US" dirty="0"/>
              <a:t>Scenarios where The Strategy pattern is often Used</a:t>
            </a:r>
          </a:p>
        </p:txBody>
      </p:sp>
      <p:sp>
        <p:nvSpPr>
          <p:cNvPr id="5" name="Content Placeholder 4">
            <a:extLst>
              <a:ext uri="{FF2B5EF4-FFF2-40B4-BE49-F238E27FC236}">
                <a16:creationId xmlns:a16="http://schemas.microsoft.com/office/drawing/2014/main" id="{9F370C81-3EE8-B330-9489-1C5754D20A6D}"/>
              </a:ext>
            </a:extLst>
          </p:cNvPr>
          <p:cNvSpPr>
            <a:spLocks noGrp="1"/>
          </p:cNvSpPr>
          <p:nvPr>
            <p:ph idx="1"/>
          </p:nvPr>
        </p:nvSpPr>
        <p:spPr/>
        <p:txBody>
          <a:bodyPr/>
          <a:lstStyle/>
          <a:p>
            <a:pPr rtl="0">
              <a:buFont typeface="Arial" panose="020B0604020202020204" pitchFamily="34" charset="0"/>
              <a:buChar char="•"/>
            </a:pPr>
            <a:r>
              <a:rPr lang="en-US" dirty="0"/>
              <a:t>Payment Processing Systems</a:t>
            </a:r>
          </a:p>
          <a:p>
            <a:pPr rtl="0">
              <a:buFont typeface="Arial" panose="020B0604020202020204" pitchFamily="34" charset="0"/>
              <a:buChar char="•"/>
            </a:pPr>
            <a:r>
              <a:rPr lang="en-US" dirty="0"/>
              <a:t>Data Encryption</a:t>
            </a:r>
          </a:p>
          <a:p>
            <a:pPr rtl="0">
              <a:buFont typeface="Arial" panose="020B0604020202020204" pitchFamily="34" charset="0"/>
              <a:buChar char="•"/>
            </a:pPr>
            <a:r>
              <a:rPr lang="en-US" dirty="0"/>
              <a:t>Sorting</a:t>
            </a:r>
          </a:p>
          <a:p>
            <a:pPr rtl="0">
              <a:buFont typeface="Arial" panose="020B0604020202020204" pitchFamily="34" charset="0"/>
              <a:buChar char="•"/>
            </a:pPr>
            <a:r>
              <a:rPr lang="en-US" dirty="0"/>
              <a:t>File Compression</a:t>
            </a:r>
          </a:p>
          <a:p>
            <a:pPr rtl="0">
              <a:buFont typeface="Arial" panose="020B0604020202020204" pitchFamily="34" charset="0"/>
              <a:buChar char="•"/>
            </a:pPr>
            <a:r>
              <a:rPr lang="en-US" dirty="0"/>
              <a:t>Authentication</a:t>
            </a:r>
          </a:p>
          <a:p>
            <a:pPr marL="0" indent="0" rtl="0">
              <a:buNone/>
            </a:pPr>
            <a:endParaRPr lang="en-US" dirty="0"/>
          </a:p>
          <a:p>
            <a:pPr marL="0" indent="0">
              <a:buNone/>
            </a:pPr>
            <a:endParaRPr lang="en-US" dirty="0"/>
          </a:p>
        </p:txBody>
      </p:sp>
    </p:spTree>
    <p:extLst>
      <p:ext uri="{BB962C8B-B14F-4D97-AF65-F5344CB8AC3E}">
        <p14:creationId xmlns:p14="http://schemas.microsoft.com/office/powerpoint/2010/main" val="1673832792"/>
      </p:ext>
    </p:extLst>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13B138-86F7-6E50-E25F-AAF476CF7956}"/>
              </a:ext>
            </a:extLst>
          </p:cNvPr>
          <p:cNvSpPr>
            <a:spLocks noGrp="1"/>
          </p:cNvSpPr>
          <p:nvPr>
            <p:ph type="title"/>
          </p:nvPr>
        </p:nvSpPr>
        <p:spPr/>
        <p:txBody>
          <a:bodyPr/>
          <a:lstStyle/>
          <a:p>
            <a:r>
              <a:rPr lang="en-US" dirty="0"/>
              <a:t>Haven’t I seen this somewhere before?</a:t>
            </a:r>
          </a:p>
        </p:txBody>
      </p:sp>
      <p:sp>
        <p:nvSpPr>
          <p:cNvPr id="5" name="Text Placeholder 4">
            <a:extLst>
              <a:ext uri="{FF2B5EF4-FFF2-40B4-BE49-F238E27FC236}">
                <a16:creationId xmlns:a16="http://schemas.microsoft.com/office/drawing/2014/main" id="{D508D543-81E0-8B6A-F617-E4F9EB08DC94}"/>
              </a:ext>
            </a:extLst>
          </p:cNvPr>
          <p:cNvSpPr>
            <a:spLocks noGrp="1"/>
          </p:cNvSpPr>
          <p:nvPr>
            <p:ph type="body" idx="1"/>
          </p:nvPr>
        </p:nvSpPr>
        <p:spPr/>
        <p:txBody>
          <a:bodyPr/>
          <a:lstStyle/>
          <a:p>
            <a:r>
              <a:rPr lang="en-US" dirty="0"/>
              <a:t>This is just a state pattern right?</a:t>
            </a:r>
          </a:p>
        </p:txBody>
      </p:sp>
    </p:spTree>
    <p:extLst>
      <p:ext uri="{BB962C8B-B14F-4D97-AF65-F5344CB8AC3E}">
        <p14:creationId xmlns:p14="http://schemas.microsoft.com/office/powerpoint/2010/main" val="2404274807"/>
      </p:ext>
    </p:extLst>
  </p:cSld>
  <p:clrMapOvr>
    <a:overrideClrMapping bg1="lt1" tx1="dk1" bg2="lt2" tx2="dk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F14ABB6-600D-BC60-97CA-7BE8F0EFA642}"/>
              </a:ext>
            </a:extLst>
          </p:cNvPr>
          <p:cNvSpPr>
            <a:spLocks noGrp="1"/>
          </p:cNvSpPr>
          <p:nvPr>
            <p:ph type="title"/>
          </p:nvPr>
        </p:nvSpPr>
        <p:spPr/>
        <p:txBody>
          <a:bodyPr>
            <a:normAutofit fontScale="90000"/>
          </a:bodyPr>
          <a:lstStyle/>
          <a:p>
            <a:r>
              <a:rPr lang="en-US" dirty="0"/>
              <a:t>Difference between State and Strategy</a:t>
            </a:r>
          </a:p>
        </p:txBody>
      </p:sp>
      <p:sp>
        <p:nvSpPr>
          <p:cNvPr id="5" name="Text Placeholder 4">
            <a:extLst>
              <a:ext uri="{FF2B5EF4-FFF2-40B4-BE49-F238E27FC236}">
                <a16:creationId xmlns:a16="http://schemas.microsoft.com/office/drawing/2014/main" id="{82FFC94C-5261-0A87-FFAD-B8286E422C8B}"/>
              </a:ext>
            </a:extLst>
          </p:cNvPr>
          <p:cNvSpPr>
            <a:spLocks noGrp="1"/>
          </p:cNvSpPr>
          <p:nvPr>
            <p:ph type="body" idx="1"/>
          </p:nvPr>
        </p:nvSpPr>
        <p:spPr/>
        <p:txBody>
          <a:bodyPr/>
          <a:lstStyle/>
          <a:p>
            <a:r>
              <a:rPr lang="en-US" dirty="0"/>
              <a:t>State</a:t>
            </a:r>
          </a:p>
        </p:txBody>
      </p:sp>
      <p:sp>
        <p:nvSpPr>
          <p:cNvPr id="6" name="Content Placeholder 5">
            <a:extLst>
              <a:ext uri="{FF2B5EF4-FFF2-40B4-BE49-F238E27FC236}">
                <a16:creationId xmlns:a16="http://schemas.microsoft.com/office/drawing/2014/main" id="{D3221EB2-D706-2149-B325-D24EAF465900}"/>
              </a:ext>
            </a:extLst>
          </p:cNvPr>
          <p:cNvSpPr>
            <a:spLocks noGrp="1"/>
          </p:cNvSpPr>
          <p:nvPr>
            <p:ph sz="half" idx="2"/>
          </p:nvPr>
        </p:nvSpPr>
        <p:spPr/>
        <p:txBody>
          <a:bodyPr>
            <a:normAutofit/>
          </a:bodyPr>
          <a:lstStyle/>
          <a:p>
            <a:r>
              <a:rPr lang="en-US" dirty="0"/>
              <a:t>Changes the object’s behavior based on its internal state.</a:t>
            </a:r>
          </a:p>
          <a:p>
            <a:r>
              <a:rPr lang="en-US" dirty="0"/>
              <a:t>Varies based on when the state of the application changes.</a:t>
            </a:r>
          </a:p>
          <a:p>
            <a:r>
              <a:rPr lang="en-US" dirty="0"/>
              <a:t>Concrete classes represent a full state.</a:t>
            </a:r>
          </a:p>
        </p:txBody>
      </p:sp>
      <p:sp>
        <p:nvSpPr>
          <p:cNvPr id="7" name="Text Placeholder 6">
            <a:extLst>
              <a:ext uri="{FF2B5EF4-FFF2-40B4-BE49-F238E27FC236}">
                <a16:creationId xmlns:a16="http://schemas.microsoft.com/office/drawing/2014/main" id="{EEB22BA5-D533-9DA5-351B-884BBD91413B}"/>
              </a:ext>
            </a:extLst>
          </p:cNvPr>
          <p:cNvSpPr>
            <a:spLocks noGrp="1"/>
          </p:cNvSpPr>
          <p:nvPr>
            <p:ph type="body" sz="quarter" idx="3"/>
          </p:nvPr>
        </p:nvSpPr>
        <p:spPr/>
        <p:txBody>
          <a:bodyPr/>
          <a:lstStyle/>
          <a:p>
            <a:r>
              <a:rPr lang="en-US" dirty="0"/>
              <a:t>Strategy</a:t>
            </a:r>
          </a:p>
        </p:txBody>
      </p:sp>
      <p:sp>
        <p:nvSpPr>
          <p:cNvPr id="8" name="Content Placeholder 7">
            <a:extLst>
              <a:ext uri="{FF2B5EF4-FFF2-40B4-BE49-F238E27FC236}">
                <a16:creationId xmlns:a16="http://schemas.microsoft.com/office/drawing/2014/main" id="{8314BB5B-5FC6-4352-171E-8895F55323E1}"/>
              </a:ext>
            </a:extLst>
          </p:cNvPr>
          <p:cNvSpPr>
            <a:spLocks noGrp="1"/>
          </p:cNvSpPr>
          <p:nvPr>
            <p:ph sz="quarter" idx="4"/>
          </p:nvPr>
        </p:nvSpPr>
        <p:spPr/>
        <p:txBody>
          <a:bodyPr>
            <a:normAutofit/>
          </a:bodyPr>
          <a:lstStyle/>
          <a:p>
            <a:r>
              <a:rPr lang="en-US" dirty="0"/>
              <a:t>Changes based on client selection.</a:t>
            </a:r>
          </a:p>
          <a:p>
            <a:r>
              <a:rPr lang="en-US" dirty="0"/>
              <a:t>Varies  when choosing a specific strategy at a specific time in execution.</a:t>
            </a:r>
          </a:p>
          <a:p>
            <a:r>
              <a:rPr lang="en-US" dirty="0"/>
              <a:t>Concrete classes represent a different strategy for solving a problem.</a:t>
            </a:r>
          </a:p>
        </p:txBody>
      </p:sp>
    </p:spTree>
    <p:extLst>
      <p:ext uri="{BB962C8B-B14F-4D97-AF65-F5344CB8AC3E}">
        <p14:creationId xmlns:p14="http://schemas.microsoft.com/office/powerpoint/2010/main" val="3254959711"/>
      </p:ext>
    </p:extLst>
  </p:cSld>
  <p:clrMapOvr>
    <a:overrideClrMapping bg1="lt1" tx1="dk1" bg2="lt2" tx2="dk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62F4F3DC-861B-3E40-6851-D0912E00E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B4E10-CA95-4AF9-3A0F-F9DF82B73734}"/>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4C135168-C0E5-ADBE-7718-167DF4F3365E}"/>
              </a:ext>
            </a:extLst>
          </p:cNvPr>
          <p:cNvSpPr>
            <a:spLocks noGrp="1"/>
          </p:cNvSpPr>
          <p:nvPr>
            <p:ph type="body" idx="1"/>
          </p:nvPr>
        </p:nvSpPr>
        <p:spPr/>
        <p:txBody>
          <a:bodyPr/>
          <a:lstStyle/>
          <a:p>
            <a:r>
              <a:rPr lang="en-US" dirty="0"/>
              <a:t>Strategy Pattern</a:t>
            </a:r>
          </a:p>
        </p:txBody>
      </p:sp>
    </p:spTree>
    <p:extLst>
      <p:ext uri="{BB962C8B-B14F-4D97-AF65-F5344CB8AC3E}">
        <p14:creationId xmlns:p14="http://schemas.microsoft.com/office/powerpoint/2010/main" val="2595905502"/>
      </p:ext>
    </p:extLst>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78FE9FF8-E472-2323-FD1A-3B4638B3FF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A8E07-6CF6-C698-0E5E-FBE2EB4FBE5E}"/>
              </a:ext>
            </a:extLst>
          </p:cNvPr>
          <p:cNvSpPr>
            <a:spLocks noGrp="1"/>
          </p:cNvSpPr>
          <p:nvPr>
            <p:ph type="title"/>
          </p:nvPr>
        </p:nvSpPr>
        <p:spPr/>
        <p:txBody>
          <a:bodyPr/>
          <a:lstStyle/>
          <a:p>
            <a:r>
              <a:rPr lang="en-US" dirty="0"/>
              <a:t>Implementing a Strategy Pattern in Code</a:t>
            </a:r>
          </a:p>
        </p:txBody>
      </p:sp>
      <p:sp>
        <p:nvSpPr>
          <p:cNvPr id="3" name="Text Placeholder 2">
            <a:extLst>
              <a:ext uri="{FF2B5EF4-FFF2-40B4-BE49-F238E27FC236}">
                <a16:creationId xmlns:a16="http://schemas.microsoft.com/office/drawing/2014/main" id="{ED38C8C6-FED1-9852-E03F-E5C68FC1D7E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74571551"/>
      </p:ext>
    </p:extLst>
  </p:cSld>
  <p:clrMapOvr>
    <a:overrideClrMapping bg1="lt1" tx1="dk1" bg2="lt2" tx2="dk2" accent1="accent1" accent2="accent2" accent3="accent3" accent4="accent4" accent5="accent5" accent6="accent6" hlink="hlink" folHlink="folHlink"/>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14C2-36A5-77CF-B246-9F90834C6553}"/>
              </a:ext>
            </a:extLst>
          </p:cNvPr>
          <p:cNvSpPr>
            <a:spLocks noGrp="1"/>
          </p:cNvSpPr>
          <p:nvPr>
            <p:ph type="title"/>
          </p:nvPr>
        </p:nvSpPr>
        <p:spPr/>
        <p:txBody>
          <a:bodyPr/>
          <a:lstStyle/>
          <a:p>
            <a:r>
              <a:rPr lang="en-US" dirty="0"/>
              <a:t>Assignment Instruction Help</a:t>
            </a:r>
          </a:p>
        </p:txBody>
      </p:sp>
      <p:sp>
        <p:nvSpPr>
          <p:cNvPr id="4" name="Text Placeholder 3">
            <a:extLst>
              <a:ext uri="{FF2B5EF4-FFF2-40B4-BE49-F238E27FC236}">
                <a16:creationId xmlns:a16="http://schemas.microsoft.com/office/drawing/2014/main" id="{4AE74E96-7205-A0D4-B535-4407AE7C537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9085141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EEBB8-1B43-207A-D0F6-0840FBF7EFF0}"/>
              </a:ext>
            </a:extLst>
          </p:cNvPr>
          <p:cNvSpPr>
            <a:spLocks noGrp="1"/>
          </p:cNvSpPr>
          <p:nvPr>
            <p:ph type="title"/>
          </p:nvPr>
        </p:nvSpPr>
        <p:spPr/>
        <p:txBody>
          <a:bodyPr/>
          <a:lstStyle/>
          <a:p>
            <a:r>
              <a:rPr lang="en-US" dirty="0"/>
              <a:t>Coding Kata</a:t>
            </a:r>
          </a:p>
        </p:txBody>
      </p:sp>
      <p:sp>
        <p:nvSpPr>
          <p:cNvPr id="5" name="Text Placeholder 4">
            <a:extLst>
              <a:ext uri="{FF2B5EF4-FFF2-40B4-BE49-F238E27FC236}">
                <a16:creationId xmlns:a16="http://schemas.microsoft.com/office/drawing/2014/main" id="{658C98A7-E28C-558C-71BE-1725D9C4777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266447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E2169-D3E0-CDA0-ABD0-E204A703561C}"/>
              </a:ext>
            </a:extLst>
          </p:cNvPr>
          <p:cNvSpPr>
            <a:spLocks noGrp="1"/>
          </p:cNvSpPr>
          <p:nvPr>
            <p:ph type="title"/>
          </p:nvPr>
        </p:nvSpPr>
        <p:spPr/>
        <p:txBody>
          <a:bodyPr/>
          <a:lstStyle/>
          <a:p>
            <a:r>
              <a:rPr lang="en-US" dirty="0"/>
              <a:t>Coding Kata Requirements</a:t>
            </a:r>
          </a:p>
        </p:txBody>
      </p:sp>
      <p:sp>
        <p:nvSpPr>
          <p:cNvPr id="3" name="Content Placeholder 2">
            <a:extLst>
              <a:ext uri="{FF2B5EF4-FFF2-40B4-BE49-F238E27FC236}">
                <a16:creationId xmlns:a16="http://schemas.microsoft.com/office/drawing/2014/main" id="{6CEBF7D1-B6E6-B2BF-54E1-2A98B76C6E9F}"/>
              </a:ext>
            </a:extLst>
          </p:cNvPr>
          <p:cNvSpPr>
            <a:spLocks noGrp="1"/>
          </p:cNvSpPr>
          <p:nvPr>
            <p:ph sz="half" idx="1"/>
          </p:nvPr>
        </p:nvSpPr>
        <p:spPr/>
        <p:txBody>
          <a:bodyPr>
            <a:normAutofit fontScale="85000" lnSpcReduction="10000"/>
          </a:bodyPr>
          <a:lstStyle/>
          <a:p>
            <a:r>
              <a:rPr lang="en-US" dirty="0"/>
              <a:t>Must be performed against previously existing code.</a:t>
            </a:r>
          </a:p>
          <a:p>
            <a:r>
              <a:rPr lang="en-US" dirty="0"/>
              <a:t>Create a </a:t>
            </a:r>
            <a:r>
              <a:rPr lang="en-US" dirty="0" err="1"/>
              <a:t>github</a:t>
            </a:r>
            <a:r>
              <a:rPr lang="en-US" dirty="0"/>
              <a:t> repo to use for all of the coding kata assignments.</a:t>
            </a:r>
          </a:p>
          <a:p>
            <a:r>
              <a:rPr lang="en-US" dirty="0"/>
              <a:t>Make sure the repo is shared with me using email </a:t>
            </a:r>
            <a:r>
              <a:rPr lang="en-US" dirty="0">
                <a:hlinkClick r:id="rId2"/>
              </a:rPr>
              <a:t>jdoerr@neumont.edu</a:t>
            </a:r>
            <a:endParaRPr lang="en-US" dirty="0"/>
          </a:p>
          <a:p>
            <a:r>
              <a:rPr lang="en-US" dirty="0"/>
              <a:t>Uses a pull request as the assignment result.</a:t>
            </a:r>
          </a:p>
        </p:txBody>
      </p:sp>
      <p:sp>
        <p:nvSpPr>
          <p:cNvPr id="4" name="Content Placeholder 3">
            <a:extLst>
              <a:ext uri="{FF2B5EF4-FFF2-40B4-BE49-F238E27FC236}">
                <a16:creationId xmlns:a16="http://schemas.microsoft.com/office/drawing/2014/main" id="{D2815302-CE09-863C-7637-8E9CF4353610}"/>
              </a:ext>
            </a:extLst>
          </p:cNvPr>
          <p:cNvSpPr>
            <a:spLocks noGrp="1"/>
          </p:cNvSpPr>
          <p:nvPr>
            <p:ph sz="half" idx="2"/>
          </p:nvPr>
        </p:nvSpPr>
        <p:spPr/>
        <p:txBody>
          <a:bodyPr>
            <a:normAutofit fontScale="85000" lnSpcReduction="10000"/>
          </a:bodyPr>
          <a:lstStyle/>
          <a:p>
            <a:r>
              <a:rPr lang="en-US" dirty="0"/>
              <a:t>Create a new branch of your code</a:t>
            </a:r>
          </a:p>
          <a:p>
            <a:r>
              <a:rPr lang="en-US" dirty="0"/>
              <a:t>Make the changes that correctly implement one of the design patterns you have learned.</a:t>
            </a:r>
          </a:p>
          <a:p>
            <a:r>
              <a:rPr lang="en-US" dirty="0"/>
              <a:t>Check in your changes.</a:t>
            </a:r>
          </a:p>
          <a:p>
            <a:r>
              <a:rPr lang="en-US" dirty="0"/>
              <a:t>Create a pull request showing your changes.</a:t>
            </a:r>
          </a:p>
          <a:p>
            <a:r>
              <a:rPr lang="en-US" dirty="0"/>
              <a:t>Submit your pull request as your assignment.</a:t>
            </a:r>
          </a:p>
          <a:p>
            <a:r>
              <a:rPr lang="en-US" dirty="0"/>
              <a:t>You may complete your pull request after you get your grade on the assignment.</a:t>
            </a:r>
          </a:p>
        </p:txBody>
      </p:sp>
    </p:spTree>
    <p:extLst>
      <p:ext uri="{BB962C8B-B14F-4D97-AF65-F5344CB8AC3E}">
        <p14:creationId xmlns:p14="http://schemas.microsoft.com/office/powerpoint/2010/main" val="8751512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40FFE0-C9E9-AA6D-BC49-BA17824B5C61}"/>
              </a:ext>
            </a:extLst>
          </p:cNvPr>
          <p:cNvSpPr>
            <a:spLocks noGrp="1"/>
          </p:cNvSpPr>
          <p:nvPr>
            <p:ph type="ctrTitle"/>
          </p:nvPr>
        </p:nvSpPr>
        <p:spPr/>
        <p:txBody>
          <a:bodyPr/>
          <a:lstStyle/>
          <a:p>
            <a:r>
              <a:rPr lang="en-US" dirty="0"/>
              <a:t>Check In Demo</a:t>
            </a:r>
          </a:p>
        </p:txBody>
      </p:sp>
      <p:sp>
        <p:nvSpPr>
          <p:cNvPr id="2" name="Subtitle 1">
            <a:extLst>
              <a:ext uri="{FF2B5EF4-FFF2-40B4-BE49-F238E27FC236}">
                <a16:creationId xmlns:a16="http://schemas.microsoft.com/office/drawing/2014/main" id="{75C5ED8D-EED7-C353-2C8D-E979787E56B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348685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BC94-E236-ECAE-24C1-C4EFB0C11CBA}"/>
              </a:ext>
            </a:extLst>
          </p:cNvPr>
          <p:cNvSpPr>
            <a:spLocks noGrp="1"/>
          </p:cNvSpPr>
          <p:nvPr>
            <p:ph type="title"/>
          </p:nvPr>
        </p:nvSpPr>
        <p:spPr/>
        <p:txBody>
          <a:bodyPr/>
          <a:lstStyle/>
          <a:p>
            <a:r>
              <a:rPr lang="en-US" dirty="0"/>
              <a:t>Coding Kata Demo</a:t>
            </a:r>
          </a:p>
        </p:txBody>
      </p:sp>
      <p:sp>
        <p:nvSpPr>
          <p:cNvPr id="4" name="Text Placeholder 3">
            <a:extLst>
              <a:ext uri="{FF2B5EF4-FFF2-40B4-BE49-F238E27FC236}">
                <a16:creationId xmlns:a16="http://schemas.microsoft.com/office/drawing/2014/main" id="{4D041FE8-9312-C853-08C6-DA2A0EBB711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135671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47D0B-790B-CC4F-BE8E-8F0DFB91BD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DB1A4B-FFE0-DEA9-69CA-8BD7DE779D96}"/>
              </a:ext>
            </a:extLst>
          </p:cNvPr>
          <p:cNvSpPr>
            <a:spLocks noGrp="1"/>
          </p:cNvSpPr>
          <p:nvPr>
            <p:ph type="ctrTitle"/>
          </p:nvPr>
        </p:nvSpPr>
        <p:spPr/>
        <p:txBody>
          <a:bodyPr/>
          <a:lstStyle/>
          <a:p>
            <a:r>
              <a:rPr lang="en-US" dirty="0"/>
              <a:t>OBSERVER Design Pattern</a:t>
            </a:r>
          </a:p>
        </p:txBody>
      </p:sp>
      <p:sp>
        <p:nvSpPr>
          <p:cNvPr id="5" name="Text Placeholder 4">
            <a:extLst>
              <a:ext uri="{FF2B5EF4-FFF2-40B4-BE49-F238E27FC236}">
                <a16:creationId xmlns:a16="http://schemas.microsoft.com/office/drawing/2014/main" id="{277A4769-48FE-8141-CE6A-E5D1636C4D50}"/>
              </a:ext>
            </a:extLst>
          </p:cNvPr>
          <p:cNvSpPr>
            <a:spLocks noGrp="1"/>
          </p:cNvSpPr>
          <p:nvPr>
            <p:ph type="subTitle" idx="1"/>
          </p:nvPr>
        </p:nvSpPr>
        <p:spPr/>
        <p:txBody>
          <a:bodyPr/>
          <a:lstStyle/>
          <a:p>
            <a:r>
              <a:rPr lang="en-US" dirty="0"/>
              <a:t>Look AT ME</a:t>
            </a:r>
          </a:p>
        </p:txBody>
      </p:sp>
    </p:spTree>
    <p:extLst>
      <p:ext uri="{BB962C8B-B14F-4D97-AF65-F5344CB8AC3E}">
        <p14:creationId xmlns:p14="http://schemas.microsoft.com/office/powerpoint/2010/main" val="317390091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7F3A8-07B2-D9C1-5302-7944CA24F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D58A6-C84D-FC7F-F8FC-55F71F0519C3}"/>
              </a:ext>
            </a:extLst>
          </p:cNvPr>
          <p:cNvSpPr>
            <a:spLocks noGrp="1"/>
          </p:cNvSpPr>
          <p:nvPr>
            <p:ph type="title"/>
          </p:nvPr>
        </p:nvSpPr>
        <p:spPr/>
        <p:txBody>
          <a:bodyPr/>
          <a:lstStyle/>
          <a:p>
            <a:r>
              <a:rPr lang="en-US" dirty="0"/>
              <a:t>OBSERVER problem space</a:t>
            </a:r>
          </a:p>
        </p:txBody>
      </p:sp>
      <p:sp>
        <p:nvSpPr>
          <p:cNvPr id="5" name="Text Placeholder 4">
            <a:extLst>
              <a:ext uri="{FF2B5EF4-FFF2-40B4-BE49-F238E27FC236}">
                <a16:creationId xmlns:a16="http://schemas.microsoft.com/office/drawing/2014/main" id="{3D5A2096-AFFD-8FB8-9BF7-56E3E2DAF40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922829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1FB8B-D3E1-9542-1E35-8F9C79CECF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ACA12B-E165-BF9B-25CF-FCE4A17AC7F9}"/>
              </a:ext>
            </a:extLst>
          </p:cNvPr>
          <p:cNvSpPr>
            <a:spLocks noGrp="1"/>
          </p:cNvSpPr>
          <p:nvPr>
            <p:ph type="title"/>
          </p:nvPr>
        </p:nvSpPr>
        <p:spPr/>
        <p:txBody>
          <a:bodyPr>
            <a:normAutofit fontScale="90000"/>
          </a:bodyPr>
          <a:lstStyle/>
          <a:p>
            <a:r>
              <a:rPr lang="en-US" dirty="0"/>
              <a:t>What problems does OBSERVER Pattern Help Solve?</a:t>
            </a:r>
          </a:p>
        </p:txBody>
      </p:sp>
      <p:sp>
        <p:nvSpPr>
          <p:cNvPr id="5" name="Content Placeholder 4">
            <a:extLst>
              <a:ext uri="{FF2B5EF4-FFF2-40B4-BE49-F238E27FC236}">
                <a16:creationId xmlns:a16="http://schemas.microsoft.com/office/drawing/2014/main" id="{57D6BDE8-6A82-61A9-2601-657FAAC01694}"/>
              </a:ext>
            </a:extLst>
          </p:cNvPr>
          <p:cNvSpPr>
            <a:spLocks noGrp="1"/>
          </p:cNvSpPr>
          <p:nvPr>
            <p:ph sz="quarter" idx="13"/>
          </p:nvPr>
        </p:nvSpPr>
        <p:spPr/>
        <p:txBody>
          <a:bodyPr/>
          <a:lstStyle/>
          <a:p>
            <a:r>
              <a:rPr lang="en-US" dirty="0"/>
              <a:t>Multiple Object Instances of different types need to be able to communicate with each other.</a:t>
            </a:r>
          </a:p>
          <a:p>
            <a:pPr marL="0" indent="0">
              <a:buNone/>
            </a:pPr>
            <a:endParaRPr lang="en-US" dirty="0"/>
          </a:p>
        </p:txBody>
      </p:sp>
    </p:spTree>
    <p:extLst>
      <p:ext uri="{BB962C8B-B14F-4D97-AF65-F5344CB8AC3E}">
        <p14:creationId xmlns:p14="http://schemas.microsoft.com/office/powerpoint/2010/main" val="408621618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D8630-A4D3-9004-65E4-8470BB1D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A2080-E515-2F57-C3AD-6609A54C1A46}"/>
              </a:ext>
            </a:extLst>
          </p:cNvPr>
          <p:cNvSpPr>
            <a:spLocks noGrp="1"/>
          </p:cNvSpPr>
          <p:nvPr>
            <p:ph type="title"/>
          </p:nvPr>
        </p:nvSpPr>
        <p:spPr/>
        <p:txBody>
          <a:bodyPr/>
          <a:lstStyle/>
          <a:p>
            <a:r>
              <a:rPr lang="en-US" dirty="0"/>
              <a:t>OBSERVER Pattern Defined</a:t>
            </a:r>
          </a:p>
        </p:txBody>
      </p:sp>
      <p:sp>
        <p:nvSpPr>
          <p:cNvPr id="5" name="Text Placeholder 4">
            <a:extLst>
              <a:ext uri="{FF2B5EF4-FFF2-40B4-BE49-F238E27FC236}">
                <a16:creationId xmlns:a16="http://schemas.microsoft.com/office/drawing/2014/main" id="{B02CD2DA-B29A-F95C-2324-C5254A0789B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524681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9C738DA3-51B2-7C0C-78BA-1044209ABB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9DEAA7-EB93-3C55-35B8-117E6B41DA01}"/>
              </a:ext>
            </a:extLst>
          </p:cNvPr>
          <p:cNvSpPr>
            <a:spLocks noGrp="1"/>
          </p:cNvSpPr>
          <p:nvPr>
            <p:ph type="title"/>
          </p:nvPr>
        </p:nvSpPr>
        <p:spPr/>
        <p:txBody>
          <a:bodyPr/>
          <a:lstStyle/>
          <a:p>
            <a:r>
              <a:rPr lang="en-US" dirty="0"/>
              <a:t>Gang of Four Definition</a:t>
            </a:r>
          </a:p>
        </p:txBody>
      </p:sp>
      <p:pic>
        <p:nvPicPr>
          <p:cNvPr id="5" name="Content Placeholder 4">
            <a:extLst>
              <a:ext uri="{FF2B5EF4-FFF2-40B4-BE49-F238E27FC236}">
                <a16:creationId xmlns:a16="http://schemas.microsoft.com/office/drawing/2014/main" id="{AB5A4BA0-475E-0501-7E20-AE8A89ECB509}"/>
              </a:ext>
            </a:extLst>
          </p:cNvPr>
          <p:cNvPicPr>
            <a:picLocks noGrp="1" noChangeAspect="1"/>
          </p:cNvPicPr>
          <p:nvPr>
            <p:ph idx="1"/>
          </p:nvPr>
        </p:nvPicPr>
        <p:blipFill>
          <a:blip r:embed="rId3"/>
          <a:stretch>
            <a:fillRect/>
          </a:stretch>
        </p:blipFill>
        <p:spPr>
          <a:xfrm>
            <a:off x="4686300" y="2745289"/>
            <a:ext cx="5608638" cy="2781884"/>
          </a:xfrm>
        </p:spPr>
      </p:pic>
      <p:sp>
        <p:nvSpPr>
          <p:cNvPr id="6" name="Text Placeholder 5">
            <a:extLst>
              <a:ext uri="{FF2B5EF4-FFF2-40B4-BE49-F238E27FC236}">
                <a16:creationId xmlns:a16="http://schemas.microsoft.com/office/drawing/2014/main" id="{2F22B84D-175B-F362-7FCC-FBC790286057}"/>
              </a:ext>
            </a:extLst>
          </p:cNvPr>
          <p:cNvSpPr>
            <a:spLocks noGrp="1"/>
          </p:cNvSpPr>
          <p:nvPr>
            <p:ph type="body" sz="half" idx="2"/>
          </p:nvPr>
        </p:nvSpPr>
        <p:spPr/>
        <p:txBody>
          <a:bodyPr/>
          <a:lstStyle/>
          <a:p>
            <a:r>
              <a:rPr lang="en-US" dirty="0"/>
              <a:t>“Defines a one-to-many dependency between objects so that when one object changes state all its dependents are notified and updated automatically”</a:t>
            </a:r>
          </a:p>
        </p:txBody>
      </p:sp>
    </p:spTree>
    <p:extLst>
      <p:ext uri="{BB962C8B-B14F-4D97-AF65-F5344CB8AC3E}">
        <p14:creationId xmlns:p14="http://schemas.microsoft.com/office/powerpoint/2010/main" val="435581364"/>
      </p:ext>
    </p:extLst>
  </p:cSld>
  <p:clrMapOvr>
    <a:overrideClrMapping bg1="lt1" tx1="dk1" bg2="lt2" tx2="dk2" accent1="accent1" accent2="accent2" accent3="accent3" accent4="accent4" accent5="accent5" accent6="accent6" hlink="hlink" folHlink="folHlink"/>
  </p:clrMapOvr>
</p:sld>
</file>

<file path=ppt/slides/slide12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a:extLst>
            <a:ext uri="{FF2B5EF4-FFF2-40B4-BE49-F238E27FC236}">
              <a16:creationId xmlns:a16="http://schemas.microsoft.com/office/drawing/2014/main" id="{6FB15FDA-AE6A-99DF-C77A-B0E4A8C7D5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268DAD-988D-66F1-73E9-0B8605D36C23}"/>
              </a:ext>
            </a:extLst>
          </p:cNvPr>
          <p:cNvSpPr>
            <a:spLocks noGrp="1"/>
          </p:cNvSpPr>
          <p:nvPr>
            <p:ph type="title"/>
          </p:nvPr>
        </p:nvSpPr>
        <p:spPr>
          <a:xfrm>
            <a:off x="718457" y="531278"/>
            <a:ext cx="4068147" cy="5292579"/>
          </a:xfrm>
        </p:spPr>
        <p:txBody>
          <a:bodyPr>
            <a:normAutofit/>
          </a:bodyPr>
          <a:lstStyle/>
          <a:p>
            <a:r>
              <a:rPr lang="en-US" dirty="0">
                <a:solidFill>
                  <a:schemeClr val="accent1">
                    <a:lumMod val="75000"/>
                  </a:schemeClr>
                </a:solidFill>
              </a:rPr>
              <a:t>Attributes of THE OBSERVER Design Pattern</a:t>
            </a:r>
          </a:p>
        </p:txBody>
      </p:sp>
      <p:graphicFrame>
        <p:nvGraphicFramePr>
          <p:cNvPr id="8" name="Content Placeholder 5">
            <a:extLst>
              <a:ext uri="{FF2B5EF4-FFF2-40B4-BE49-F238E27FC236}">
                <a16:creationId xmlns:a16="http://schemas.microsoft.com/office/drawing/2014/main" id="{EAABC224-9D67-3BBB-16C4-6A39736AE842}"/>
              </a:ext>
            </a:extLst>
          </p:cNvPr>
          <p:cNvGraphicFramePr>
            <a:graphicFrameLocks noGrp="1"/>
          </p:cNvGraphicFramePr>
          <p:nvPr>
            <p:ph idx="1"/>
            <p:extLst>
              <p:ext uri="{D42A27DB-BD31-4B8C-83A1-F6EECF244321}">
                <p14:modId xmlns:p14="http://schemas.microsoft.com/office/powerpoint/2010/main" val="3027369918"/>
              </p:ext>
            </p:extLst>
          </p:nvPr>
        </p:nvGraphicFramePr>
        <p:xfrm>
          <a:off x="5617029" y="793820"/>
          <a:ext cx="5741534" cy="5170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4524635"/>
      </p:ext>
    </p:extLst>
  </p:cSld>
  <p:clrMapOvr>
    <a:overrideClrMapping bg1="lt1" tx1="dk1" bg2="lt2" tx2="dk2" accent1="accent1" accent2="accent2" accent3="accent3" accent4="accent4" accent5="accent5" accent6="accent6" hlink="hlink" folHlink="folHlink"/>
  </p:clrMapOvr>
</p:sld>
</file>

<file path=ppt/slides/slide12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5D610-B4D3-0C38-648F-70C432584D0F}"/>
              </a:ext>
            </a:extLst>
          </p:cNvPr>
          <p:cNvSpPr>
            <a:spLocks noGrp="1"/>
          </p:cNvSpPr>
          <p:nvPr>
            <p:ph type="title"/>
          </p:nvPr>
        </p:nvSpPr>
        <p:spPr/>
        <p:txBody>
          <a:bodyPr/>
          <a:lstStyle/>
          <a:p>
            <a:r>
              <a:rPr lang="en-US" dirty="0"/>
              <a:t>Elements of an Observer Pattern</a:t>
            </a:r>
          </a:p>
        </p:txBody>
      </p:sp>
      <p:sp>
        <p:nvSpPr>
          <p:cNvPr id="3" name="Content Placeholder 2">
            <a:extLst>
              <a:ext uri="{FF2B5EF4-FFF2-40B4-BE49-F238E27FC236}">
                <a16:creationId xmlns:a16="http://schemas.microsoft.com/office/drawing/2014/main" id="{5AB0FB4D-DB47-761A-9F83-9A2012039630}"/>
              </a:ext>
            </a:extLst>
          </p:cNvPr>
          <p:cNvSpPr>
            <a:spLocks noGrp="1"/>
          </p:cNvSpPr>
          <p:nvPr>
            <p:ph sz="quarter" idx="13"/>
          </p:nvPr>
        </p:nvSpPr>
        <p:spPr/>
        <p:txBody>
          <a:bodyPr/>
          <a:lstStyle/>
          <a:p>
            <a:r>
              <a:rPr lang="en-US" dirty="0"/>
              <a:t>Subject : The item being observed.</a:t>
            </a:r>
          </a:p>
          <a:p>
            <a:r>
              <a:rPr lang="en-US" dirty="0"/>
              <a:t>Interface With Update Method : A way to distinguish an observer as an observer.</a:t>
            </a:r>
          </a:p>
          <a:p>
            <a:r>
              <a:rPr lang="en-US" dirty="0"/>
              <a:t>Observer : objects that watch the subject for changes.</a:t>
            </a:r>
          </a:p>
          <a:p>
            <a:r>
              <a:rPr lang="en-US" dirty="0"/>
              <a:t>Registration Mechanism : Way to register an observer with the subject.</a:t>
            </a:r>
          </a:p>
          <a:p>
            <a:r>
              <a:rPr lang="en-US" dirty="0"/>
              <a:t>Notification Mechanism : Way to send update to all observers.</a:t>
            </a:r>
          </a:p>
        </p:txBody>
      </p:sp>
    </p:spTree>
    <p:extLst>
      <p:ext uri="{BB962C8B-B14F-4D97-AF65-F5344CB8AC3E}">
        <p14:creationId xmlns:p14="http://schemas.microsoft.com/office/powerpoint/2010/main" val="2438020611"/>
      </p:ext>
    </p:extLst>
  </p:cSld>
  <p:clrMapOvr>
    <a:overrideClrMapping bg1="lt1" tx1="dk1" bg2="lt2" tx2="dk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B12D71-1CB1-3497-C49E-438A5F588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098BA-FDDD-A227-1480-7F309BFECE45}"/>
              </a:ext>
            </a:extLst>
          </p:cNvPr>
          <p:cNvSpPr>
            <a:spLocks noGrp="1"/>
          </p:cNvSpPr>
          <p:nvPr>
            <p:ph type="title"/>
          </p:nvPr>
        </p:nvSpPr>
        <p:spPr/>
        <p:txBody>
          <a:bodyPr>
            <a:normAutofit fontScale="90000"/>
          </a:bodyPr>
          <a:lstStyle/>
          <a:p>
            <a:r>
              <a:rPr lang="en-US" dirty="0"/>
              <a:t>Benefits of a Observer Design Pattern</a:t>
            </a:r>
          </a:p>
        </p:txBody>
      </p:sp>
      <p:graphicFrame>
        <p:nvGraphicFramePr>
          <p:cNvPr id="5" name="Content Placeholder 2">
            <a:extLst>
              <a:ext uri="{FF2B5EF4-FFF2-40B4-BE49-F238E27FC236}">
                <a16:creationId xmlns:a16="http://schemas.microsoft.com/office/drawing/2014/main" id="{EF3985C7-A541-1C61-8230-752906BA0F8E}"/>
              </a:ext>
            </a:extLst>
          </p:cNvPr>
          <p:cNvGraphicFramePr>
            <a:graphicFrameLocks noGrp="1"/>
          </p:cNvGraphicFramePr>
          <p:nvPr>
            <p:ph sz="quarter" idx="13"/>
            <p:extLst>
              <p:ext uri="{D42A27DB-BD31-4B8C-83A1-F6EECF244321}">
                <p14:modId xmlns:p14="http://schemas.microsoft.com/office/powerpoint/2010/main" val="727464409"/>
              </p:ext>
            </p:extLst>
          </p:nvPr>
        </p:nvGraphicFramePr>
        <p:xfrm>
          <a:off x="685800" y="2063750"/>
          <a:ext cx="10394950" cy="3311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9837141"/>
      </p:ext>
    </p:extLst>
  </p:cSld>
  <p:clrMapOvr>
    <a:overrideClrMapping bg1="lt1" tx1="dk1" bg2="lt2" tx2="dk2" accent1="accent1" accent2="accent2" accent3="accent3" accent4="accent4" accent5="accent5" accent6="accent6" hlink="hlink" folHlink="folHlink"/>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BF6199-10CC-83BE-EE15-D575434E7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2B7D7-E673-DF19-CEF3-E5B3550063C0}"/>
              </a:ext>
            </a:extLst>
          </p:cNvPr>
          <p:cNvSpPr>
            <a:spLocks noGrp="1"/>
          </p:cNvSpPr>
          <p:nvPr>
            <p:ph type="title"/>
          </p:nvPr>
        </p:nvSpPr>
        <p:spPr/>
        <p:txBody>
          <a:bodyPr>
            <a:normAutofit fontScale="90000"/>
          </a:bodyPr>
          <a:lstStyle/>
          <a:p>
            <a:r>
              <a:rPr lang="en-US"/>
              <a:t>Down sides of The Observer Design Pattern</a:t>
            </a:r>
          </a:p>
        </p:txBody>
      </p:sp>
      <p:graphicFrame>
        <p:nvGraphicFramePr>
          <p:cNvPr id="5" name="Content Placeholder 2">
            <a:extLst>
              <a:ext uri="{FF2B5EF4-FFF2-40B4-BE49-F238E27FC236}">
                <a16:creationId xmlns:a16="http://schemas.microsoft.com/office/drawing/2014/main" id="{5DE302D6-3785-DE05-EDF5-79DA18C7F6E0}"/>
              </a:ext>
            </a:extLst>
          </p:cNvPr>
          <p:cNvGraphicFramePr>
            <a:graphicFrameLocks noGrp="1"/>
          </p:cNvGraphicFramePr>
          <p:nvPr>
            <p:ph sz="quarter" idx="13"/>
            <p:extLst>
              <p:ext uri="{D42A27DB-BD31-4B8C-83A1-F6EECF244321}">
                <p14:modId xmlns:p14="http://schemas.microsoft.com/office/powerpoint/2010/main" val="3730440343"/>
              </p:ext>
            </p:extLst>
          </p:nvPr>
        </p:nvGraphicFramePr>
        <p:xfrm>
          <a:off x="685800" y="2063750"/>
          <a:ext cx="10394950" cy="3311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5129639"/>
      </p:ext>
    </p:extLst>
  </p:cSld>
  <p:clrMapOvr>
    <a:overrideClrMapping bg1="lt1" tx1="dk1" bg2="lt2" tx2="dk2" accent1="accent1" accent2="accent2" accent3="accent3" accent4="accent4" accent5="accent5" accent6="accent6" hlink="hlink" folHlink="folHlink"/>
  </p:clrMapOvr>
</p:sld>
</file>

<file path=ppt/slides/slide12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C097571-9167-EB2A-E11A-5BCD6EF47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AD150-3BCA-101E-F635-BF0C31AFE1E2}"/>
              </a:ext>
            </a:extLst>
          </p:cNvPr>
          <p:cNvSpPr>
            <a:spLocks noGrp="1"/>
          </p:cNvSpPr>
          <p:nvPr>
            <p:ph type="ctrTitle"/>
          </p:nvPr>
        </p:nvSpPr>
        <p:spPr/>
        <p:txBody>
          <a:bodyPr vert="horz" lIns="91440" tIns="45720" rIns="91440" bIns="45720" rtlCol="0" anchor="t">
            <a:normAutofit/>
          </a:bodyPr>
          <a:lstStyle/>
          <a:p>
            <a:pPr algn="r"/>
            <a:r>
              <a:rPr lang="en-US" sz="6600"/>
              <a:t>Relationship to Solid</a:t>
            </a:r>
          </a:p>
        </p:txBody>
      </p:sp>
      <p:sp>
        <p:nvSpPr>
          <p:cNvPr id="3" name="Text Placeholder 2">
            <a:extLst>
              <a:ext uri="{FF2B5EF4-FFF2-40B4-BE49-F238E27FC236}">
                <a16:creationId xmlns:a16="http://schemas.microsoft.com/office/drawing/2014/main" id="{F7FA768A-2944-0495-7A93-FD02C3FD0531}"/>
              </a:ext>
            </a:extLst>
          </p:cNvPr>
          <p:cNvSpPr>
            <a:spLocks noGrp="1"/>
          </p:cNvSpPr>
          <p:nvPr>
            <p:ph type="subTitle" idx="1"/>
          </p:nvPr>
        </p:nvSpPr>
        <p:spPr/>
        <p:txBody>
          <a:bodyPr vert="horz" lIns="91440" tIns="45720" rIns="91440" bIns="45720" rtlCol="0" anchor="b">
            <a:normAutofit/>
          </a:bodyPr>
          <a:lstStyle/>
          <a:p>
            <a:pPr algn="r"/>
            <a:r>
              <a:rPr lang="en-US">
                <a:solidFill>
                  <a:schemeClr val="accent2"/>
                </a:solidFill>
              </a:rPr>
              <a:t>OBSERVER</a:t>
            </a:r>
          </a:p>
        </p:txBody>
      </p:sp>
    </p:spTree>
    <p:extLst>
      <p:ext uri="{BB962C8B-B14F-4D97-AF65-F5344CB8AC3E}">
        <p14:creationId xmlns:p14="http://schemas.microsoft.com/office/powerpoint/2010/main" val="1600038443"/>
      </p:ext>
    </p:extLst>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BAA051-B7DE-06BE-F815-976619FBFF3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E0E7E4-B5F2-235D-3F7F-CF7AEB120DD8}"/>
              </a:ext>
            </a:extLst>
          </p:cNvPr>
          <p:cNvSpPr>
            <a:spLocks noGrp="1"/>
          </p:cNvSpPr>
          <p:nvPr>
            <p:ph type="title"/>
          </p:nvPr>
        </p:nvSpPr>
        <p:spPr>
          <a:xfrm>
            <a:off x="685800" y="685800"/>
            <a:ext cx="3718249" cy="2023252"/>
          </a:xfrm>
        </p:spPr>
        <p:txBody>
          <a:bodyPr>
            <a:normAutofit/>
          </a:bodyPr>
          <a:lstStyle/>
          <a:p>
            <a:r>
              <a:rPr lang="en-US" dirty="0">
                <a:solidFill>
                  <a:schemeClr val="accent1">
                    <a:lumMod val="75000"/>
                  </a:schemeClr>
                </a:solidFill>
              </a:rPr>
              <a:t>Observer pattern and S.O.L.I.D.</a:t>
            </a:r>
          </a:p>
        </p:txBody>
      </p:sp>
      <p:graphicFrame>
        <p:nvGraphicFramePr>
          <p:cNvPr id="7" name="Content Placeholder 4">
            <a:extLst>
              <a:ext uri="{FF2B5EF4-FFF2-40B4-BE49-F238E27FC236}">
                <a16:creationId xmlns:a16="http://schemas.microsoft.com/office/drawing/2014/main" id="{DE8B1D56-5A19-13C3-5C13-EA0E3AB8778E}"/>
              </a:ext>
            </a:extLst>
          </p:cNvPr>
          <p:cNvGraphicFramePr>
            <a:graphicFrameLocks noGrp="1"/>
          </p:cNvGraphicFramePr>
          <p:nvPr>
            <p:ph type="pic" idx="1"/>
            <p:extLst>
              <p:ext uri="{D42A27DB-BD31-4B8C-83A1-F6EECF244321}">
                <p14:modId xmlns:p14="http://schemas.microsoft.com/office/powerpoint/2010/main" val="3800829282"/>
              </p:ext>
            </p:extLst>
          </p:nvPr>
        </p:nvGraphicFramePr>
        <p:xfrm>
          <a:off x="5130574" y="173020"/>
          <a:ext cx="6234112" cy="5072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 Placeholder 1">
            <a:extLst>
              <a:ext uri="{FF2B5EF4-FFF2-40B4-BE49-F238E27FC236}">
                <a16:creationId xmlns:a16="http://schemas.microsoft.com/office/drawing/2014/main" id="{DAC9E211-4BD7-515E-CB54-B614B95539FC}"/>
              </a:ext>
            </a:extLst>
          </p:cNvPr>
          <p:cNvSpPr>
            <a:spLocks noGrp="1"/>
          </p:cNvSpPr>
          <p:nvPr>
            <p:ph type="body" sz="half" idx="2"/>
          </p:nvPr>
        </p:nvSpPr>
        <p:spPr>
          <a:xfrm>
            <a:off x="685802" y="2709052"/>
            <a:ext cx="3598862" cy="2362481"/>
          </a:xfrm>
        </p:spPr>
        <p:txBody>
          <a:bodyPr/>
          <a:lstStyle/>
          <a:p>
            <a:endParaRPr lang="en-US" dirty="0"/>
          </a:p>
        </p:txBody>
      </p:sp>
    </p:spTree>
    <p:extLst>
      <p:ext uri="{BB962C8B-B14F-4D97-AF65-F5344CB8AC3E}">
        <p14:creationId xmlns:p14="http://schemas.microsoft.com/office/powerpoint/2010/main" val="3300601200"/>
      </p:ext>
    </p:extLst>
  </p:cSld>
  <p:clrMapOvr>
    <a:overrideClrMapping bg1="lt1" tx1="dk1" bg2="lt2" tx2="dk2" accent1="accent1" accent2="accent2" accent3="accent3" accent4="accent4" accent5="accent5" accent6="accent6" hlink="hlink" folHlink="folHlink"/>
  </p:clrMapOvr>
</p:sld>
</file>

<file path=ppt/slides/slide1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shade val="96000"/>
                <a:hueMod val="100000"/>
                <a:satMod val="180000"/>
                <a:lumMod val="110000"/>
              </a:schemeClr>
            </a:gs>
            <a:gs pos="100000">
              <a:schemeClr val="bg1">
                <a:shade val="96000"/>
                <a:satMod val="160000"/>
                <a:lumMod val="100000"/>
              </a:schemeClr>
            </a:gs>
          </a:gsLst>
          <a:lin ang="4740000" scaled="1"/>
        </a:gradFill>
        <a:effectLst/>
      </p:bgPr>
    </p:bg>
    <p:spTree>
      <p:nvGrpSpPr>
        <p:cNvPr id="1" name="">
          <a:extLst>
            <a:ext uri="{FF2B5EF4-FFF2-40B4-BE49-F238E27FC236}">
              <a16:creationId xmlns:a16="http://schemas.microsoft.com/office/drawing/2014/main" id="{2291B345-9B05-BF17-3137-600F1B88A6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59300-05B9-0AC6-789F-193B00A76A50}"/>
              </a:ext>
            </a:extLst>
          </p:cNvPr>
          <p:cNvSpPr>
            <a:spLocks noGrp="1"/>
          </p:cNvSpPr>
          <p:nvPr>
            <p:ph type="title"/>
          </p:nvPr>
        </p:nvSpPr>
        <p:spPr/>
        <p:txBody>
          <a:bodyPr vert="horz" lIns="91440" tIns="45720" rIns="91440" bIns="45720" rtlCol="0" anchor="b">
            <a:normAutofit/>
          </a:bodyPr>
          <a:lstStyle/>
          <a:p>
            <a:pPr algn="r"/>
            <a:r>
              <a:rPr lang="en-US" sz="4800" dirty="0">
                <a:solidFill>
                  <a:schemeClr val="accent1">
                    <a:lumMod val="75000"/>
                  </a:schemeClr>
                </a:solidFill>
              </a:rPr>
              <a:t>Real World Scenarios</a:t>
            </a:r>
          </a:p>
        </p:txBody>
      </p:sp>
      <p:sp>
        <p:nvSpPr>
          <p:cNvPr id="3" name="Text Placeholder 2">
            <a:extLst>
              <a:ext uri="{FF2B5EF4-FFF2-40B4-BE49-F238E27FC236}">
                <a16:creationId xmlns:a16="http://schemas.microsoft.com/office/drawing/2014/main" id="{C2F5D83B-C4DD-9E3C-E92A-CCDCA3F6D1A7}"/>
              </a:ext>
            </a:extLst>
          </p:cNvPr>
          <p:cNvSpPr>
            <a:spLocks noGrp="1"/>
          </p:cNvSpPr>
          <p:nvPr>
            <p:ph type="body" idx="1"/>
          </p:nvPr>
        </p:nvSpPr>
        <p:spPr/>
        <p:txBody>
          <a:bodyPr vert="horz" lIns="91440" tIns="45720" rIns="91440" bIns="45720" rtlCol="0" anchor="t">
            <a:normAutofit/>
          </a:bodyPr>
          <a:lstStyle/>
          <a:p>
            <a:pPr algn="r"/>
            <a:r>
              <a:rPr lang="en-US" sz="1800">
                <a:solidFill>
                  <a:schemeClr val="accent2"/>
                </a:solidFill>
              </a:rPr>
              <a:t>OBSERVER pattern</a:t>
            </a:r>
          </a:p>
        </p:txBody>
      </p:sp>
    </p:spTree>
    <p:extLst>
      <p:ext uri="{BB962C8B-B14F-4D97-AF65-F5344CB8AC3E}">
        <p14:creationId xmlns:p14="http://schemas.microsoft.com/office/powerpoint/2010/main" val="314627230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253CB046-1E09-FCBD-1654-BDB8C8075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F21FA-C8A1-B98A-147B-D67F0D2DE6C1}"/>
              </a:ext>
            </a:extLst>
          </p:cNvPr>
          <p:cNvSpPr>
            <a:spLocks noGrp="1"/>
          </p:cNvSpPr>
          <p:nvPr>
            <p:ph type="title"/>
          </p:nvPr>
        </p:nvSpPr>
        <p:spPr/>
        <p:txBody>
          <a:bodyPr vert="horz" lIns="91440" tIns="45720" rIns="91440" bIns="45720" rtlCol="0" anchor="b">
            <a:normAutofit/>
          </a:bodyPr>
          <a:lstStyle/>
          <a:p>
            <a:pPr algn="ctr"/>
            <a:r>
              <a:rPr lang="en-US" sz="4800"/>
              <a:t>What are some Scenarios where The OBSERVER Pattern Might be Useful? </a:t>
            </a:r>
          </a:p>
        </p:txBody>
      </p:sp>
      <p:sp>
        <p:nvSpPr>
          <p:cNvPr id="4" name="Text Placeholder 3">
            <a:extLst>
              <a:ext uri="{FF2B5EF4-FFF2-40B4-BE49-F238E27FC236}">
                <a16:creationId xmlns:a16="http://schemas.microsoft.com/office/drawing/2014/main" id="{9D93C28F-26CE-8171-5F26-25BF14277D6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523150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987635-3538-BC16-E1F0-BC3CF81454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2AD06B-2456-A796-5A00-E585D187FA85}"/>
              </a:ext>
            </a:extLst>
          </p:cNvPr>
          <p:cNvSpPr>
            <a:spLocks noGrp="1"/>
          </p:cNvSpPr>
          <p:nvPr>
            <p:ph type="title"/>
          </p:nvPr>
        </p:nvSpPr>
        <p:spPr>
          <a:xfrm>
            <a:off x="685800" y="685800"/>
            <a:ext cx="4474029" cy="2023252"/>
          </a:xfrm>
        </p:spPr>
        <p:txBody>
          <a:bodyPr>
            <a:normAutofit/>
          </a:bodyPr>
          <a:lstStyle/>
          <a:p>
            <a:r>
              <a:rPr lang="en-US" dirty="0">
                <a:solidFill>
                  <a:schemeClr val="accent1">
                    <a:lumMod val="75000"/>
                  </a:schemeClr>
                </a:solidFill>
              </a:rPr>
              <a:t>Scenarios where The OBSERVER pattern is often Used</a:t>
            </a:r>
          </a:p>
        </p:txBody>
      </p:sp>
      <p:graphicFrame>
        <p:nvGraphicFramePr>
          <p:cNvPr id="7" name="Content Placeholder 4">
            <a:extLst>
              <a:ext uri="{FF2B5EF4-FFF2-40B4-BE49-F238E27FC236}">
                <a16:creationId xmlns:a16="http://schemas.microsoft.com/office/drawing/2014/main" id="{4E08D230-16DC-9731-4DF6-E0FAA6931FD8}"/>
              </a:ext>
            </a:extLst>
          </p:cNvPr>
          <p:cNvGraphicFramePr>
            <a:graphicFrameLocks noGrp="1"/>
          </p:cNvGraphicFramePr>
          <p:nvPr>
            <p:ph type="pic" idx="1"/>
            <p:extLst>
              <p:ext uri="{D42A27DB-BD31-4B8C-83A1-F6EECF244321}">
                <p14:modId xmlns:p14="http://schemas.microsoft.com/office/powerpoint/2010/main" val="378130815"/>
              </p:ext>
            </p:extLst>
          </p:nvPr>
        </p:nvGraphicFramePr>
        <p:xfrm>
          <a:off x="5391829" y="173020"/>
          <a:ext cx="5226407" cy="5072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 Placeholder 1">
            <a:extLst>
              <a:ext uri="{FF2B5EF4-FFF2-40B4-BE49-F238E27FC236}">
                <a16:creationId xmlns:a16="http://schemas.microsoft.com/office/drawing/2014/main" id="{3318A0A0-1F64-DFF0-35BC-7ACF28AC6FE0}"/>
              </a:ext>
            </a:extLst>
          </p:cNvPr>
          <p:cNvSpPr>
            <a:spLocks noGrp="1"/>
          </p:cNvSpPr>
          <p:nvPr>
            <p:ph type="body" sz="half" idx="2"/>
          </p:nvPr>
        </p:nvSpPr>
        <p:spPr>
          <a:xfrm>
            <a:off x="685802" y="2709052"/>
            <a:ext cx="3811554" cy="2362481"/>
          </a:xfrm>
        </p:spPr>
        <p:txBody>
          <a:bodyPr/>
          <a:lstStyle/>
          <a:p>
            <a:endParaRPr lang="en-US" dirty="0"/>
          </a:p>
        </p:txBody>
      </p:sp>
    </p:spTree>
    <p:extLst>
      <p:ext uri="{BB962C8B-B14F-4D97-AF65-F5344CB8AC3E}">
        <p14:creationId xmlns:p14="http://schemas.microsoft.com/office/powerpoint/2010/main" val="3839285323"/>
      </p:ext>
    </p:extLst>
  </p:cSld>
  <p:clrMapOvr>
    <a:overrideClrMapping bg1="lt1" tx1="dk1" bg2="lt2" tx2="dk2" accent1="accent1" accent2="accent2" accent3="accent3" accent4="accent4" accent5="accent5" accent6="accent6" hlink="hlink" folHlink="folHlink"/>
  </p:clrMapOvr>
</p:sld>
</file>

<file path=ppt/slides/slide13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0C6FA4F5-F76E-1C8A-13BB-C516FF524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60142-69DE-FCAC-F74F-FDE65CBB7164}"/>
              </a:ext>
            </a:extLst>
          </p:cNvPr>
          <p:cNvSpPr>
            <a:spLocks noGrp="1"/>
          </p:cNvSpPr>
          <p:nvPr>
            <p:ph type="ctrTitle"/>
          </p:nvPr>
        </p:nvSpPr>
        <p:spPr/>
        <p:txBody>
          <a:bodyPr vert="horz" lIns="91440" tIns="45720" rIns="91440" bIns="45720" rtlCol="0" anchor="ctr">
            <a:normAutofit/>
          </a:bodyPr>
          <a:lstStyle/>
          <a:p>
            <a:pPr algn="r"/>
            <a:r>
              <a:rPr lang="en-US" sz="6100"/>
              <a:t>Implementation</a:t>
            </a:r>
          </a:p>
        </p:txBody>
      </p:sp>
      <p:sp>
        <p:nvSpPr>
          <p:cNvPr id="3" name="Text Placeholder 2">
            <a:extLst>
              <a:ext uri="{FF2B5EF4-FFF2-40B4-BE49-F238E27FC236}">
                <a16:creationId xmlns:a16="http://schemas.microsoft.com/office/drawing/2014/main" id="{9C7BDE53-4251-4781-31F0-EE8095CFE2CA}"/>
              </a:ext>
            </a:extLst>
          </p:cNvPr>
          <p:cNvSpPr>
            <a:spLocks noGrp="1"/>
          </p:cNvSpPr>
          <p:nvPr>
            <p:ph type="subTitle" idx="1"/>
          </p:nvPr>
        </p:nvSpPr>
        <p:spPr/>
        <p:txBody>
          <a:bodyPr vert="horz" lIns="91440" tIns="45720" rIns="91440" bIns="45720" rtlCol="0" anchor="ctr">
            <a:normAutofit/>
          </a:bodyPr>
          <a:lstStyle/>
          <a:p>
            <a:r>
              <a:rPr lang="en-US" sz="1800"/>
              <a:t>OBSERVER Pattern</a:t>
            </a:r>
          </a:p>
        </p:txBody>
      </p:sp>
    </p:spTree>
    <p:extLst>
      <p:ext uri="{BB962C8B-B14F-4D97-AF65-F5344CB8AC3E}">
        <p14:creationId xmlns:p14="http://schemas.microsoft.com/office/powerpoint/2010/main" val="396674001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2F339006-B419-23C3-6FA0-39D02B41B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CDE5D-46D9-80C5-9BB4-60498A4D0818}"/>
              </a:ext>
            </a:extLst>
          </p:cNvPr>
          <p:cNvSpPr>
            <a:spLocks noGrp="1"/>
          </p:cNvSpPr>
          <p:nvPr>
            <p:ph type="title"/>
          </p:nvPr>
        </p:nvSpPr>
        <p:spPr/>
        <p:txBody>
          <a:bodyPr vert="horz" lIns="91440" tIns="45720" rIns="91440" bIns="45720" rtlCol="0" anchor="t">
            <a:normAutofit/>
          </a:bodyPr>
          <a:lstStyle/>
          <a:p>
            <a:pPr algn="r"/>
            <a:r>
              <a:rPr lang="en-US" sz="6600"/>
              <a:t>Implementing THE OBSERVER Pattern in Code</a:t>
            </a:r>
          </a:p>
        </p:txBody>
      </p:sp>
      <p:sp>
        <p:nvSpPr>
          <p:cNvPr id="4" name="Text Placeholder 3">
            <a:extLst>
              <a:ext uri="{FF2B5EF4-FFF2-40B4-BE49-F238E27FC236}">
                <a16:creationId xmlns:a16="http://schemas.microsoft.com/office/drawing/2014/main" id="{8E15990B-FED7-9F5E-526B-ED377A522B0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07220187"/>
      </p:ext>
    </p:extLst>
  </p:cSld>
  <p:clrMapOvr>
    <a:overrideClrMapping bg1="lt1" tx1="dk1" bg2="lt2" tx2="dk2" accent1="accent1" accent2="accent2" accent3="accent3" accent4="accent4" accent5="accent5" accent6="accent6" hlink="hlink" folHlink="folHlink"/>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B324-6A5A-D3AD-5FAC-706B3FFBF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C55BA-04F6-3B58-F0B1-30AA6E8C8941}"/>
              </a:ext>
            </a:extLst>
          </p:cNvPr>
          <p:cNvSpPr>
            <a:spLocks noGrp="1"/>
          </p:cNvSpPr>
          <p:nvPr>
            <p:ph type="ctrTitle"/>
          </p:nvPr>
        </p:nvSpPr>
        <p:spPr/>
        <p:txBody>
          <a:bodyPr/>
          <a:lstStyle/>
          <a:p>
            <a:r>
              <a:rPr lang="en-US" dirty="0"/>
              <a:t>Week 5</a:t>
            </a:r>
          </a:p>
        </p:txBody>
      </p:sp>
      <p:sp>
        <p:nvSpPr>
          <p:cNvPr id="3" name="Subtitle 2">
            <a:extLst>
              <a:ext uri="{FF2B5EF4-FFF2-40B4-BE49-F238E27FC236}">
                <a16:creationId xmlns:a16="http://schemas.microsoft.com/office/drawing/2014/main" id="{4C705799-4E31-D30F-945A-F59EC1B4975D}"/>
              </a:ext>
            </a:extLst>
          </p:cNvPr>
          <p:cNvSpPr>
            <a:spLocks noGrp="1"/>
          </p:cNvSpPr>
          <p:nvPr>
            <p:ph type="subTitle" idx="1"/>
          </p:nvPr>
        </p:nvSpPr>
        <p:spPr/>
        <p:txBody>
          <a:bodyPr/>
          <a:lstStyle/>
          <a:p>
            <a:r>
              <a:rPr lang="en-US" dirty="0"/>
              <a:t>Review/ Practice / Facade Design pattern/Adapter Design Pattern</a:t>
            </a:r>
          </a:p>
        </p:txBody>
      </p:sp>
    </p:spTree>
    <p:extLst>
      <p:ext uri="{BB962C8B-B14F-4D97-AF65-F5344CB8AC3E}">
        <p14:creationId xmlns:p14="http://schemas.microsoft.com/office/powerpoint/2010/main" val="302955338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4AA63-ADA4-3F30-D2AD-27F2572D19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85F1F1-6B8B-49AF-156A-DE8EB4E36AEE}"/>
              </a:ext>
            </a:extLst>
          </p:cNvPr>
          <p:cNvSpPr>
            <a:spLocks noGrp="1"/>
          </p:cNvSpPr>
          <p:nvPr>
            <p:ph type="title"/>
          </p:nvPr>
        </p:nvSpPr>
        <p:spPr/>
        <p:txBody>
          <a:bodyPr/>
          <a:lstStyle/>
          <a:p>
            <a:r>
              <a:rPr lang="en-US" dirty="0"/>
              <a:t>Facade Design Pattern</a:t>
            </a:r>
          </a:p>
        </p:txBody>
      </p:sp>
      <p:sp>
        <p:nvSpPr>
          <p:cNvPr id="5" name="Text Placeholder 4">
            <a:extLst>
              <a:ext uri="{FF2B5EF4-FFF2-40B4-BE49-F238E27FC236}">
                <a16:creationId xmlns:a16="http://schemas.microsoft.com/office/drawing/2014/main" id="{A0510184-4B21-6AAA-1325-AF7C8C9C485F}"/>
              </a:ext>
            </a:extLst>
          </p:cNvPr>
          <p:cNvSpPr>
            <a:spLocks noGrp="1"/>
          </p:cNvSpPr>
          <p:nvPr>
            <p:ph type="body" idx="1"/>
          </p:nvPr>
        </p:nvSpPr>
        <p:spPr/>
        <p:txBody>
          <a:bodyPr/>
          <a:lstStyle/>
          <a:p>
            <a:r>
              <a:rPr lang="en-US" dirty="0"/>
              <a:t>Push all your Dirty Clothes in the Closet</a:t>
            </a:r>
          </a:p>
        </p:txBody>
      </p:sp>
    </p:spTree>
    <p:extLst>
      <p:ext uri="{BB962C8B-B14F-4D97-AF65-F5344CB8AC3E}">
        <p14:creationId xmlns:p14="http://schemas.microsoft.com/office/powerpoint/2010/main" val="146666709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786E9-6854-13AB-EC41-78A2E631F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88F72-048D-7165-8615-8EDDB0499492}"/>
              </a:ext>
            </a:extLst>
          </p:cNvPr>
          <p:cNvSpPr>
            <a:spLocks noGrp="1"/>
          </p:cNvSpPr>
          <p:nvPr>
            <p:ph type="title"/>
          </p:nvPr>
        </p:nvSpPr>
        <p:spPr/>
        <p:txBody>
          <a:bodyPr/>
          <a:lstStyle/>
          <a:p>
            <a:r>
              <a:rPr lang="en-US" dirty="0"/>
              <a:t>Facade problem space</a:t>
            </a:r>
          </a:p>
        </p:txBody>
      </p:sp>
      <p:sp>
        <p:nvSpPr>
          <p:cNvPr id="4" name="Text Placeholder 3">
            <a:extLst>
              <a:ext uri="{FF2B5EF4-FFF2-40B4-BE49-F238E27FC236}">
                <a16:creationId xmlns:a16="http://schemas.microsoft.com/office/drawing/2014/main" id="{9318BC56-AA1C-A41C-30B7-763E5F5AD6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185551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8003C-0CA3-C69C-137F-7DAC9DD31B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1D468F6-56C7-53D4-B600-C501DA733B06}"/>
              </a:ext>
            </a:extLst>
          </p:cNvPr>
          <p:cNvSpPr>
            <a:spLocks noGrp="1"/>
          </p:cNvSpPr>
          <p:nvPr>
            <p:ph type="title"/>
          </p:nvPr>
        </p:nvSpPr>
        <p:spPr/>
        <p:txBody>
          <a:bodyPr/>
          <a:lstStyle/>
          <a:p>
            <a:r>
              <a:rPr lang="en-US" dirty="0"/>
              <a:t>What problems does Facade Pattern Help Solve?</a:t>
            </a:r>
          </a:p>
        </p:txBody>
      </p:sp>
      <p:sp>
        <p:nvSpPr>
          <p:cNvPr id="5" name="Content Placeholder 4">
            <a:extLst>
              <a:ext uri="{FF2B5EF4-FFF2-40B4-BE49-F238E27FC236}">
                <a16:creationId xmlns:a16="http://schemas.microsoft.com/office/drawing/2014/main" id="{224C4D50-66D0-2F57-5980-1AD4D9C22A9B}"/>
              </a:ext>
            </a:extLst>
          </p:cNvPr>
          <p:cNvSpPr>
            <a:spLocks noGrp="1"/>
          </p:cNvSpPr>
          <p:nvPr>
            <p:ph idx="1"/>
          </p:nvPr>
        </p:nvSpPr>
        <p:spPr/>
        <p:txBody>
          <a:bodyPr/>
          <a:lstStyle/>
          <a:p>
            <a:r>
              <a:rPr lang="en-US" sz="2400" dirty="0"/>
              <a:t>Accessing complex back-end logic from the presentation layer.</a:t>
            </a:r>
          </a:p>
          <a:p>
            <a:r>
              <a:rPr lang="en-US" sz="2400" dirty="0"/>
              <a:t>User Interface and the backend logic are developed separately</a:t>
            </a:r>
          </a:p>
          <a:p>
            <a:pPr marL="0" indent="0">
              <a:buNone/>
            </a:pPr>
            <a:endParaRPr lang="en-US" dirty="0"/>
          </a:p>
          <a:p>
            <a:endParaRPr lang="en-US" dirty="0"/>
          </a:p>
        </p:txBody>
      </p:sp>
    </p:spTree>
    <p:extLst>
      <p:ext uri="{BB962C8B-B14F-4D97-AF65-F5344CB8AC3E}">
        <p14:creationId xmlns:p14="http://schemas.microsoft.com/office/powerpoint/2010/main" val="206504981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71031-C067-59C5-4CDB-C205F8522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C8415-E779-8231-4F15-E1C41D0A9955}"/>
              </a:ext>
            </a:extLst>
          </p:cNvPr>
          <p:cNvSpPr>
            <a:spLocks noGrp="1"/>
          </p:cNvSpPr>
          <p:nvPr>
            <p:ph type="title"/>
          </p:nvPr>
        </p:nvSpPr>
        <p:spPr/>
        <p:txBody>
          <a:bodyPr/>
          <a:lstStyle/>
          <a:p>
            <a:r>
              <a:rPr lang="en-US" dirty="0"/>
              <a:t>Facade Pattern Defined</a:t>
            </a:r>
          </a:p>
        </p:txBody>
      </p:sp>
      <p:sp>
        <p:nvSpPr>
          <p:cNvPr id="4" name="Text Placeholder 3">
            <a:extLst>
              <a:ext uri="{FF2B5EF4-FFF2-40B4-BE49-F238E27FC236}">
                <a16:creationId xmlns:a16="http://schemas.microsoft.com/office/drawing/2014/main" id="{4275BD67-6C12-7DEF-AB20-F0BE8DA591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954211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0D24-C26E-6160-46FC-4B75258F367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4DC409-9EEC-04C3-FFB3-B148FECFDFF6}"/>
              </a:ext>
            </a:extLst>
          </p:cNvPr>
          <p:cNvSpPr>
            <a:spLocks noGrp="1"/>
          </p:cNvSpPr>
          <p:nvPr>
            <p:ph type="title"/>
          </p:nvPr>
        </p:nvSpPr>
        <p:spPr/>
        <p:txBody>
          <a:bodyPr/>
          <a:lstStyle/>
          <a:p>
            <a:r>
              <a:rPr lang="en-US" dirty="0"/>
              <a:t>Gang of Four Definition</a:t>
            </a:r>
          </a:p>
        </p:txBody>
      </p:sp>
      <p:sp>
        <p:nvSpPr>
          <p:cNvPr id="6" name="Text Placeholder 5">
            <a:extLst>
              <a:ext uri="{FF2B5EF4-FFF2-40B4-BE49-F238E27FC236}">
                <a16:creationId xmlns:a16="http://schemas.microsoft.com/office/drawing/2014/main" id="{FD575D5B-DF77-AC34-2231-F2334003F1A7}"/>
              </a:ext>
            </a:extLst>
          </p:cNvPr>
          <p:cNvSpPr>
            <a:spLocks noGrp="1"/>
          </p:cNvSpPr>
          <p:nvPr>
            <p:ph idx="1"/>
          </p:nvPr>
        </p:nvSpPr>
        <p:spPr/>
        <p:txBody>
          <a:bodyPr/>
          <a:lstStyle/>
          <a:p>
            <a:r>
              <a:rPr lang="en-US" dirty="0"/>
              <a:t>“Provide a unified interface to a set of interfaces in a subsystem.  Façade defines a high-level interface that makes the subsystem easier to use.”</a:t>
            </a:r>
          </a:p>
        </p:txBody>
      </p:sp>
    </p:spTree>
    <p:extLst>
      <p:ext uri="{BB962C8B-B14F-4D97-AF65-F5344CB8AC3E}">
        <p14:creationId xmlns:p14="http://schemas.microsoft.com/office/powerpoint/2010/main" val="925323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7F5D6-8509-9342-4172-D50618E96A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031909-5182-3B49-B095-A7EA105F37A9}"/>
              </a:ext>
            </a:extLst>
          </p:cNvPr>
          <p:cNvSpPr>
            <a:spLocks noGrp="1"/>
          </p:cNvSpPr>
          <p:nvPr>
            <p:ph type="title"/>
          </p:nvPr>
        </p:nvSpPr>
        <p:spPr/>
        <p:txBody>
          <a:bodyPr/>
          <a:lstStyle/>
          <a:p>
            <a:r>
              <a:rPr lang="en-US" dirty="0"/>
              <a:t>Attributes of a Facade Design Pattern</a:t>
            </a:r>
          </a:p>
        </p:txBody>
      </p:sp>
      <p:sp>
        <p:nvSpPr>
          <p:cNvPr id="6" name="Content Placeholder 5">
            <a:extLst>
              <a:ext uri="{FF2B5EF4-FFF2-40B4-BE49-F238E27FC236}">
                <a16:creationId xmlns:a16="http://schemas.microsoft.com/office/drawing/2014/main" id="{75625EC0-B4F1-0B18-A6F3-8ADE7F3BA2CA}"/>
              </a:ext>
            </a:extLst>
          </p:cNvPr>
          <p:cNvSpPr>
            <a:spLocks noGrp="1"/>
          </p:cNvSpPr>
          <p:nvPr>
            <p:ph idx="1"/>
          </p:nvPr>
        </p:nvSpPr>
        <p:spPr/>
        <p:txBody>
          <a:bodyPr/>
          <a:lstStyle/>
          <a:p>
            <a:pPr rtl="0"/>
            <a:r>
              <a:rPr lang="en-US" dirty="0"/>
              <a:t>The Façade</a:t>
            </a:r>
          </a:p>
          <a:p>
            <a:pPr rtl="0"/>
            <a:r>
              <a:rPr lang="en-US" dirty="0"/>
              <a:t>Subsystem Classes</a:t>
            </a:r>
          </a:p>
          <a:p>
            <a:pPr rtl="0"/>
            <a:r>
              <a:rPr lang="en-US" dirty="0"/>
              <a:t>Interfaces (To Sub Systems)</a:t>
            </a:r>
          </a:p>
          <a:p>
            <a:pPr rtl="0"/>
            <a:endParaRPr lang="en-US" dirty="0"/>
          </a:p>
        </p:txBody>
      </p:sp>
    </p:spTree>
    <p:extLst>
      <p:ext uri="{BB962C8B-B14F-4D97-AF65-F5344CB8AC3E}">
        <p14:creationId xmlns:p14="http://schemas.microsoft.com/office/powerpoint/2010/main" val="110403358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EB44-064F-A794-9FCD-BD3685B01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5F251-9475-FE61-F2BA-B23AE9DEBA44}"/>
              </a:ext>
            </a:extLst>
          </p:cNvPr>
          <p:cNvSpPr>
            <a:spLocks noGrp="1"/>
          </p:cNvSpPr>
          <p:nvPr>
            <p:ph type="title"/>
          </p:nvPr>
        </p:nvSpPr>
        <p:spPr/>
        <p:txBody>
          <a:bodyPr/>
          <a:lstStyle/>
          <a:p>
            <a:r>
              <a:rPr lang="en-US" dirty="0"/>
              <a:t>Benefits of a Facade Design Pattern</a:t>
            </a:r>
          </a:p>
        </p:txBody>
      </p:sp>
      <p:sp>
        <p:nvSpPr>
          <p:cNvPr id="3" name="Content Placeholder 2">
            <a:extLst>
              <a:ext uri="{FF2B5EF4-FFF2-40B4-BE49-F238E27FC236}">
                <a16:creationId xmlns:a16="http://schemas.microsoft.com/office/drawing/2014/main" id="{00F7EFA1-8509-B095-37B3-589E4B8984B0}"/>
              </a:ext>
            </a:extLst>
          </p:cNvPr>
          <p:cNvSpPr>
            <a:spLocks noGrp="1"/>
          </p:cNvSpPr>
          <p:nvPr>
            <p:ph idx="1"/>
          </p:nvPr>
        </p:nvSpPr>
        <p:spPr/>
        <p:txBody>
          <a:bodyPr/>
          <a:lstStyle/>
          <a:p>
            <a:pPr marL="0" indent="0">
              <a:buNone/>
            </a:pPr>
            <a:endParaRPr lang="en-US" dirty="0"/>
          </a:p>
          <a:p>
            <a:pPr rtl="0"/>
            <a:endParaRPr lang="en-US" dirty="0"/>
          </a:p>
          <a:p>
            <a:r>
              <a:rPr lang="en-US" dirty="0"/>
              <a:t>Hides Internal Complexity</a:t>
            </a:r>
          </a:p>
          <a:p>
            <a:r>
              <a:rPr lang="en-US" dirty="0"/>
              <a:t>Handles translation to subsystems when necessary</a:t>
            </a:r>
          </a:p>
          <a:p>
            <a:r>
              <a:rPr lang="en-US" dirty="0"/>
              <a:t>Coordinates relationships between multiple subsystems when necessary</a:t>
            </a:r>
          </a:p>
          <a:p>
            <a:r>
              <a:rPr lang="en-US" dirty="0"/>
              <a:t>Makes it easier to use complex subsystems individually or together.</a:t>
            </a:r>
          </a:p>
          <a:p>
            <a:endParaRPr lang="en-US" dirty="0"/>
          </a:p>
        </p:txBody>
      </p:sp>
    </p:spTree>
    <p:extLst>
      <p:ext uri="{BB962C8B-B14F-4D97-AF65-F5344CB8AC3E}">
        <p14:creationId xmlns:p14="http://schemas.microsoft.com/office/powerpoint/2010/main" val="179747196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CDBBC-D2F1-67D0-6B9E-9566DDB2E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D188D-2018-9740-18CC-9DC95B36CA5C}"/>
              </a:ext>
            </a:extLst>
          </p:cNvPr>
          <p:cNvSpPr>
            <a:spLocks noGrp="1"/>
          </p:cNvSpPr>
          <p:nvPr>
            <p:ph type="title"/>
          </p:nvPr>
        </p:nvSpPr>
        <p:spPr/>
        <p:txBody>
          <a:bodyPr/>
          <a:lstStyle/>
          <a:p>
            <a:r>
              <a:rPr lang="en-US" dirty="0"/>
              <a:t>Down sides of A Facade Design Pattern</a:t>
            </a:r>
          </a:p>
        </p:txBody>
      </p:sp>
      <p:sp>
        <p:nvSpPr>
          <p:cNvPr id="3" name="Content Placeholder 2">
            <a:extLst>
              <a:ext uri="{FF2B5EF4-FFF2-40B4-BE49-F238E27FC236}">
                <a16:creationId xmlns:a16="http://schemas.microsoft.com/office/drawing/2014/main" id="{2F5C2F37-D403-1173-DBF7-358EC4BD715B}"/>
              </a:ext>
            </a:extLst>
          </p:cNvPr>
          <p:cNvSpPr>
            <a:spLocks noGrp="1"/>
          </p:cNvSpPr>
          <p:nvPr>
            <p:ph idx="1"/>
          </p:nvPr>
        </p:nvSpPr>
        <p:spPr/>
        <p:txBody>
          <a:bodyPr/>
          <a:lstStyle/>
          <a:p>
            <a:pPr rtl="0">
              <a:buFont typeface="Arial" panose="020B0604020202020204" pitchFamily="34" charset="0"/>
              <a:buChar char="•"/>
            </a:pPr>
            <a:r>
              <a:rPr lang="en-US" dirty="0"/>
              <a:t>I often has a god complex.  It is very easy to turn the façade into a god object.</a:t>
            </a:r>
          </a:p>
        </p:txBody>
      </p:sp>
    </p:spTree>
    <p:extLst>
      <p:ext uri="{BB962C8B-B14F-4D97-AF65-F5344CB8AC3E}">
        <p14:creationId xmlns:p14="http://schemas.microsoft.com/office/powerpoint/2010/main" val="283213189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246A-07C0-D4DE-FB74-54D3ACFE2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015C3-E2B0-8B8B-BB62-878DB8ECCC83}"/>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C9259031-B627-2F26-634A-6F4A9404E42B}"/>
              </a:ext>
            </a:extLst>
          </p:cNvPr>
          <p:cNvSpPr>
            <a:spLocks noGrp="1"/>
          </p:cNvSpPr>
          <p:nvPr>
            <p:ph type="body" idx="1"/>
          </p:nvPr>
        </p:nvSpPr>
        <p:spPr/>
        <p:txBody>
          <a:bodyPr/>
          <a:lstStyle/>
          <a:p>
            <a:r>
              <a:rPr lang="en-US" dirty="0"/>
              <a:t>Facade</a:t>
            </a:r>
          </a:p>
        </p:txBody>
      </p:sp>
    </p:spTree>
    <p:extLst>
      <p:ext uri="{BB962C8B-B14F-4D97-AF65-F5344CB8AC3E}">
        <p14:creationId xmlns:p14="http://schemas.microsoft.com/office/powerpoint/2010/main" val="9586337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7BF23-B21F-58FA-1397-807D48BF1E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B2DAAB-6F82-204D-38DC-E6E2600DF536}"/>
              </a:ext>
            </a:extLst>
          </p:cNvPr>
          <p:cNvSpPr>
            <a:spLocks noGrp="1"/>
          </p:cNvSpPr>
          <p:nvPr>
            <p:ph type="title"/>
          </p:nvPr>
        </p:nvSpPr>
        <p:spPr/>
        <p:txBody>
          <a:bodyPr/>
          <a:lstStyle/>
          <a:p>
            <a:r>
              <a:rPr lang="en-US" dirty="0"/>
              <a:t>Facade pattern and S.O.L.I.D.</a:t>
            </a:r>
          </a:p>
        </p:txBody>
      </p:sp>
      <p:sp>
        <p:nvSpPr>
          <p:cNvPr id="5" name="Content Placeholder 4">
            <a:extLst>
              <a:ext uri="{FF2B5EF4-FFF2-40B4-BE49-F238E27FC236}">
                <a16:creationId xmlns:a16="http://schemas.microsoft.com/office/drawing/2014/main" id="{DBB0F0F7-47EC-8452-091B-53EF08708F45}"/>
              </a:ext>
            </a:extLst>
          </p:cNvPr>
          <p:cNvSpPr>
            <a:spLocks noGrp="1"/>
          </p:cNvSpPr>
          <p:nvPr>
            <p:ph idx="1"/>
          </p:nvPr>
        </p:nvSpPr>
        <p:spPr/>
        <p:txBody>
          <a:bodyPr>
            <a:normAutofit fontScale="92500" lnSpcReduction="10000"/>
          </a:bodyPr>
          <a:lstStyle/>
          <a:p>
            <a:r>
              <a:rPr lang="en-US" dirty="0"/>
              <a:t>S. Façade has a very difficult relationship with Single Responsibility.  It can be done but you must be very careful with this.</a:t>
            </a:r>
          </a:p>
          <a:p>
            <a:r>
              <a:rPr lang="en-US" dirty="0"/>
              <a:t>O. It is very open closed.  Everything behind the façade can freely be changed out without affecting anything in front of the façade.</a:t>
            </a:r>
          </a:p>
          <a:p>
            <a:r>
              <a:rPr lang="en-US" dirty="0"/>
              <a:t>L. In order for a façade to work the backend switched out need to meet Leskov's</a:t>
            </a:r>
          </a:p>
          <a:p>
            <a:r>
              <a:rPr lang="en-US" dirty="0"/>
              <a:t>I.  The Façade Interface should be separated into individual pieces that represent smaller elements of a larger program.</a:t>
            </a:r>
          </a:p>
          <a:p>
            <a:r>
              <a:rPr lang="en-US" dirty="0"/>
              <a:t>D. Facades can be injected into other classes to simplify the consumption of more complex code.</a:t>
            </a:r>
          </a:p>
        </p:txBody>
      </p:sp>
    </p:spTree>
    <p:extLst>
      <p:ext uri="{BB962C8B-B14F-4D97-AF65-F5344CB8AC3E}">
        <p14:creationId xmlns:p14="http://schemas.microsoft.com/office/powerpoint/2010/main" val="393466916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ACE57-95C8-86E4-2649-6EC8EBA12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4DD9E7-EA04-B610-E8C6-A29C6F67709E}"/>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155AB590-F0AA-109F-FF13-E3A1DF36C3F1}"/>
              </a:ext>
            </a:extLst>
          </p:cNvPr>
          <p:cNvSpPr>
            <a:spLocks noGrp="1"/>
          </p:cNvSpPr>
          <p:nvPr>
            <p:ph type="body" idx="1"/>
          </p:nvPr>
        </p:nvSpPr>
        <p:spPr/>
        <p:txBody>
          <a:bodyPr/>
          <a:lstStyle/>
          <a:p>
            <a:r>
              <a:rPr lang="en-US" dirty="0"/>
              <a:t>Facade pattern</a:t>
            </a:r>
          </a:p>
        </p:txBody>
      </p:sp>
    </p:spTree>
    <p:extLst>
      <p:ext uri="{BB962C8B-B14F-4D97-AF65-F5344CB8AC3E}">
        <p14:creationId xmlns:p14="http://schemas.microsoft.com/office/powerpoint/2010/main" val="395553283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EF1E6-758D-F340-D120-32567F1B5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13147-7DCC-0797-1114-25CF2255D93B}"/>
              </a:ext>
            </a:extLst>
          </p:cNvPr>
          <p:cNvSpPr>
            <a:spLocks noGrp="1"/>
          </p:cNvSpPr>
          <p:nvPr>
            <p:ph type="title"/>
          </p:nvPr>
        </p:nvSpPr>
        <p:spPr/>
        <p:txBody>
          <a:bodyPr/>
          <a:lstStyle/>
          <a:p>
            <a:r>
              <a:rPr lang="en-US" dirty="0"/>
              <a:t>What are some Scenarios where The Facade Pattern Might be Useful? </a:t>
            </a:r>
          </a:p>
        </p:txBody>
      </p:sp>
      <p:sp>
        <p:nvSpPr>
          <p:cNvPr id="4" name="Text Placeholder 3">
            <a:extLst>
              <a:ext uri="{FF2B5EF4-FFF2-40B4-BE49-F238E27FC236}">
                <a16:creationId xmlns:a16="http://schemas.microsoft.com/office/drawing/2014/main" id="{4BC42244-FA3F-E95D-B573-E1CED01C3B0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5253511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D6738-491D-1014-6A08-9150448391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106D38-3933-3C9A-7935-F2B53D3658C3}"/>
              </a:ext>
            </a:extLst>
          </p:cNvPr>
          <p:cNvSpPr>
            <a:spLocks noGrp="1"/>
          </p:cNvSpPr>
          <p:nvPr>
            <p:ph type="title"/>
          </p:nvPr>
        </p:nvSpPr>
        <p:spPr/>
        <p:txBody>
          <a:bodyPr/>
          <a:lstStyle/>
          <a:p>
            <a:r>
              <a:rPr lang="en-US" dirty="0"/>
              <a:t>Scenarios where The Facade pattern is often Used</a:t>
            </a:r>
          </a:p>
        </p:txBody>
      </p:sp>
      <p:sp>
        <p:nvSpPr>
          <p:cNvPr id="5" name="Content Placeholder 4">
            <a:extLst>
              <a:ext uri="{FF2B5EF4-FFF2-40B4-BE49-F238E27FC236}">
                <a16:creationId xmlns:a16="http://schemas.microsoft.com/office/drawing/2014/main" id="{353FCC6E-25B7-DA98-515C-EEB2254DABE0}"/>
              </a:ext>
            </a:extLst>
          </p:cNvPr>
          <p:cNvSpPr>
            <a:spLocks noGrp="1"/>
          </p:cNvSpPr>
          <p:nvPr>
            <p:ph idx="1"/>
          </p:nvPr>
        </p:nvSpPr>
        <p:spPr/>
        <p:txBody>
          <a:bodyPr/>
          <a:lstStyle/>
          <a:p>
            <a:r>
              <a:rPr lang="en-US" dirty="0"/>
              <a:t>Ecommerce Platforms</a:t>
            </a:r>
          </a:p>
          <a:p>
            <a:r>
              <a:rPr lang="en-US" dirty="0"/>
              <a:t>Home Automation</a:t>
            </a:r>
          </a:p>
          <a:p>
            <a:r>
              <a:rPr lang="en-US" dirty="0"/>
              <a:t>Banking Systems</a:t>
            </a:r>
          </a:p>
          <a:p>
            <a:r>
              <a:rPr lang="en-US" dirty="0"/>
              <a:t>Enterprise Applications</a:t>
            </a:r>
          </a:p>
          <a:p>
            <a:r>
              <a:rPr lang="en-US" dirty="0"/>
              <a:t>Game Development (Think Unity)</a:t>
            </a:r>
          </a:p>
          <a:p>
            <a:r>
              <a:rPr lang="en-US" dirty="0"/>
              <a:t>Web Development (the C in MVC may be considered a façade)</a:t>
            </a:r>
          </a:p>
          <a:p>
            <a:pPr marL="0" indent="0">
              <a:buNone/>
            </a:pPr>
            <a:endParaRPr lang="en-US" dirty="0"/>
          </a:p>
        </p:txBody>
      </p:sp>
    </p:spTree>
    <p:extLst>
      <p:ext uri="{BB962C8B-B14F-4D97-AF65-F5344CB8AC3E}">
        <p14:creationId xmlns:p14="http://schemas.microsoft.com/office/powerpoint/2010/main" val="88535644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7C943-72FF-7891-3B2E-C9545804A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0C422-12B9-1E63-D963-DB7385AEF60C}"/>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2D80A2E8-37A9-7162-FEC0-4764FF466C47}"/>
              </a:ext>
            </a:extLst>
          </p:cNvPr>
          <p:cNvSpPr>
            <a:spLocks noGrp="1"/>
          </p:cNvSpPr>
          <p:nvPr>
            <p:ph idx="1"/>
          </p:nvPr>
        </p:nvSpPr>
        <p:spPr/>
        <p:txBody>
          <a:bodyPr/>
          <a:lstStyle/>
          <a:p>
            <a:r>
              <a:rPr lang="en-US" dirty="0"/>
              <a:t>Facade Pattern</a:t>
            </a:r>
          </a:p>
        </p:txBody>
      </p:sp>
    </p:spTree>
    <p:extLst>
      <p:ext uri="{BB962C8B-B14F-4D97-AF65-F5344CB8AC3E}">
        <p14:creationId xmlns:p14="http://schemas.microsoft.com/office/powerpoint/2010/main" val="81868220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D0492-AB75-1F67-D541-B8F83C8BD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9EF37-3E29-C2AA-F387-9357BB4321C8}"/>
              </a:ext>
            </a:extLst>
          </p:cNvPr>
          <p:cNvSpPr>
            <a:spLocks noGrp="1"/>
          </p:cNvSpPr>
          <p:nvPr>
            <p:ph type="title"/>
          </p:nvPr>
        </p:nvSpPr>
        <p:spPr/>
        <p:txBody>
          <a:bodyPr/>
          <a:lstStyle/>
          <a:p>
            <a:r>
              <a:rPr lang="en-US" dirty="0"/>
              <a:t>Implementing a Facade Pattern in Code</a:t>
            </a:r>
          </a:p>
        </p:txBody>
      </p:sp>
      <p:sp>
        <p:nvSpPr>
          <p:cNvPr id="4" name="Text Placeholder 3">
            <a:extLst>
              <a:ext uri="{FF2B5EF4-FFF2-40B4-BE49-F238E27FC236}">
                <a16:creationId xmlns:a16="http://schemas.microsoft.com/office/drawing/2014/main" id="{80226953-437E-1C30-7042-4B2EB15463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1001318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F5291-3935-B976-CF71-BA1634F05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88965A-9633-F802-F9C7-92B97ED8BD31}"/>
              </a:ext>
            </a:extLst>
          </p:cNvPr>
          <p:cNvSpPr>
            <a:spLocks noGrp="1"/>
          </p:cNvSpPr>
          <p:nvPr>
            <p:ph type="title"/>
          </p:nvPr>
        </p:nvSpPr>
        <p:spPr/>
        <p:txBody>
          <a:bodyPr/>
          <a:lstStyle/>
          <a:p>
            <a:r>
              <a:rPr lang="en-US" dirty="0"/>
              <a:t>Adapter Design Pattern</a:t>
            </a:r>
          </a:p>
        </p:txBody>
      </p:sp>
      <p:sp>
        <p:nvSpPr>
          <p:cNvPr id="5" name="Text Placeholder 4">
            <a:extLst>
              <a:ext uri="{FF2B5EF4-FFF2-40B4-BE49-F238E27FC236}">
                <a16:creationId xmlns:a16="http://schemas.microsoft.com/office/drawing/2014/main" id="{B2B2BEB9-164B-1062-7183-8B87150B78EF}"/>
              </a:ext>
            </a:extLst>
          </p:cNvPr>
          <p:cNvSpPr>
            <a:spLocks noGrp="1"/>
          </p:cNvSpPr>
          <p:nvPr>
            <p:ph type="body" idx="1"/>
          </p:nvPr>
        </p:nvSpPr>
        <p:spPr/>
        <p:txBody>
          <a:bodyPr/>
          <a:lstStyle/>
          <a:p>
            <a:r>
              <a:rPr lang="en-US" dirty="0"/>
              <a:t>Making things look like other things</a:t>
            </a:r>
          </a:p>
        </p:txBody>
      </p:sp>
    </p:spTree>
    <p:extLst>
      <p:ext uri="{BB962C8B-B14F-4D97-AF65-F5344CB8AC3E}">
        <p14:creationId xmlns:p14="http://schemas.microsoft.com/office/powerpoint/2010/main" val="189986583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4D08-5A14-1CA8-24AF-21729FC0D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9DCFE1-9809-938F-1E76-47B3668FCC08}"/>
              </a:ext>
            </a:extLst>
          </p:cNvPr>
          <p:cNvSpPr>
            <a:spLocks noGrp="1"/>
          </p:cNvSpPr>
          <p:nvPr>
            <p:ph type="title"/>
          </p:nvPr>
        </p:nvSpPr>
        <p:spPr/>
        <p:txBody>
          <a:bodyPr/>
          <a:lstStyle/>
          <a:p>
            <a:r>
              <a:rPr lang="en-US" dirty="0"/>
              <a:t>Adapter problem space</a:t>
            </a:r>
          </a:p>
        </p:txBody>
      </p:sp>
      <p:sp>
        <p:nvSpPr>
          <p:cNvPr id="4" name="Text Placeholder 3">
            <a:extLst>
              <a:ext uri="{FF2B5EF4-FFF2-40B4-BE49-F238E27FC236}">
                <a16:creationId xmlns:a16="http://schemas.microsoft.com/office/drawing/2014/main" id="{30AD819A-C78F-C399-B62F-57A43426EF1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8283250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F8055-032C-4394-C832-CE21074898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002CCC-C272-E88D-F919-4C9AD2CCF6C2}"/>
              </a:ext>
            </a:extLst>
          </p:cNvPr>
          <p:cNvSpPr>
            <a:spLocks noGrp="1"/>
          </p:cNvSpPr>
          <p:nvPr>
            <p:ph type="title"/>
          </p:nvPr>
        </p:nvSpPr>
        <p:spPr/>
        <p:txBody>
          <a:bodyPr/>
          <a:lstStyle/>
          <a:p>
            <a:r>
              <a:rPr lang="en-US" dirty="0"/>
              <a:t>What problems does Adapter Pattern Help Solve?</a:t>
            </a:r>
          </a:p>
        </p:txBody>
      </p:sp>
      <p:sp>
        <p:nvSpPr>
          <p:cNvPr id="5" name="Content Placeholder 4">
            <a:extLst>
              <a:ext uri="{FF2B5EF4-FFF2-40B4-BE49-F238E27FC236}">
                <a16:creationId xmlns:a16="http://schemas.microsoft.com/office/drawing/2014/main" id="{1F3DAA50-981F-7E32-D396-60065CF9BCEF}"/>
              </a:ext>
            </a:extLst>
          </p:cNvPr>
          <p:cNvSpPr>
            <a:spLocks noGrp="1"/>
          </p:cNvSpPr>
          <p:nvPr>
            <p:ph idx="1"/>
          </p:nvPr>
        </p:nvSpPr>
        <p:spPr/>
        <p:txBody>
          <a:bodyPr/>
          <a:lstStyle/>
          <a:p>
            <a:r>
              <a:rPr lang="en-US" dirty="0"/>
              <a:t>Third party components are not compatible with your code.</a:t>
            </a:r>
          </a:p>
          <a:p>
            <a:endParaRPr lang="en-US" dirty="0"/>
          </a:p>
        </p:txBody>
      </p:sp>
    </p:spTree>
    <p:extLst>
      <p:ext uri="{BB962C8B-B14F-4D97-AF65-F5344CB8AC3E}">
        <p14:creationId xmlns:p14="http://schemas.microsoft.com/office/powerpoint/2010/main" val="235472931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FDA9-5300-246A-4B4F-EE3219B93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00BCD-5833-6215-38F0-C71889F870B5}"/>
              </a:ext>
            </a:extLst>
          </p:cNvPr>
          <p:cNvSpPr>
            <a:spLocks noGrp="1"/>
          </p:cNvSpPr>
          <p:nvPr>
            <p:ph type="title"/>
          </p:nvPr>
        </p:nvSpPr>
        <p:spPr/>
        <p:txBody>
          <a:bodyPr/>
          <a:lstStyle/>
          <a:p>
            <a:r>
              <a:rPr lang="en-US" dirty="0"/>
              <a:t>Adapter Pattern Defined</a:t>
            </a:r>
          </a:p>
        </p:txBody>
      </p:sp>
      <p:sp>
        <p:nvSpPr>
          <p:cNvPr id="4" name="Text Placeholder 3">
            <a:extLst>
              <a:ext uri="{FF2B5EF4-FFF2-40B4-BE49-F238E27FC236}">
                <a16:creationId xmlns:a16="http://schemas.microsoft.com/office/drawing/2014/main" id="{B11914E3-316C-5413-7013-0CDE39710E2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6265227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76AB2-1508-E015-40FB-7C002D1840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09D59BD-F9CD-75B5-2DE5-207299B94FF2}"/>
              </a:ext>
            </a:extLst>
          </p:cNvPr>
          <p:cNvSpPr>
            <a:spLocks noGrp="1"/>
          </p:cNvSpPr>
          <p:nvPr>
            <p:ph type="title"/>
          </p:nvPr>
        </p:nvSpPr>
        <p:spPr/>
        <p:txBody>
          <a:bodyPr/>
          <a:lstStyle/>
          <a:p>
            <a:r>
              <a:rPr lang="en-US" dirty="0"/>
              <a:t>Gang of Four Definition</a:t>
            </a:r>
          </a:p>
        </p:txBody>
      </p:sp>
      <p:sp>
        <p:nvSpPr>
          <p:cNvPr id="6" name="Text Placeholder 5">
            <a:extLst>
              <a:ext uri="{FF2B5EF4-FFF2-40B4-BE49-F238E27FC236}">
                <a16:creationId xmlns:a16="http://schemas.microsoft.com/office/drawing/2014/main" id="{CFA2C045-4E47-E209-522D-0DC084DAAB64}"/>
              </a:ext>
            </a:extLst>
          </p:cNvPr>
          <p:cNvSpPr>
            <a:spLocks noGrp="1"/>
          </p:cNvSpPr>
          <p:nvPr>
            <p:ph idx="1"/>
          </p:nvPr>
        </p:nvSpPr>
        <p:spPr/>
        <p:txBody>
          <a:bodyPr/>
          <a:lstStyle/>
          <a:p>
            <a:r>
              <a:rPr lang="en-US" dirty="0"/>
              <a:t>“Convert the interface of a class into another interface clients expect.  Adapter lets classes work together that couldn’t otherwise because of incompatible interfaces.”</a:t>
            </a:r>
          </a:p>
        </p:txBody>
      </p:sp>
    </p:spTree>
    <p:extLst>
      <p:ext uri="{BB962C8B-B14F-4D97-AF65-F5344CB8AC3E}">
        <p14:creationId xmlns:p14="http://schemas.microsoft.com/office/powerpoint/2010/main" val="415562862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02C5E-6502-4473-972E-4FCD20912F5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8DA313-DB86-D78D-65F9-645A0A0532D0}"/>
              </a:ext>
            </a:extLst>
          </p:cNvPr>
          <p:cNvSpPr>
            <a:spLocks noGrp="1"/>
          </p:cNvSpPr>
          <p:nvPr>
            <p:ph type="title"/>
          </p:nvPr>
        </p:nvSpPr>
        <p:spPr/>
        <p:txBody>
          <a:bodyPr/>
          <a:lstStyle/>
          <a:p>
            <a:r>
              <a:rPr lang="en-US" dirty="0"/>
              <a:t>Attributes of </a:t>
            </a:r>
            <a:r>
              <a:rPr lang="en-US" dirty="0" err="1"/>
              <a:t>aN</a:t>
            </a:r>
            <a:r>
              <a:rPr lang="en-US" dirty="0"/>
              <a:t> Adapter Design Pattern</a:t>
            </a:r>
          </a:p>
        </p:txBody>
      </p:sp>
      <p:sp>
        <p:nvSpPr>
          <p:cNvPr id="6" name="Content Placeholder 5">
            <a:extLst>
              <a:ext uri="{FF2B5EF4-FFF2-40B4-BE49-F238E27FC236}">
                <a16:creationId xmlns:a16="http://schemas.microsoft.com/office/drawing/2014/main" id="{333A6D59-350C-A4AA-55CD-CED00EB23D81}"/>
              </a:ext>
            </a:extLst>
          </p:cNvPr>
          <p:cNvSpPr>
            <a:spLocks noGrp="1"/>
          </p:cNvSpPr>
          <p:nvPr>
            <p:ph idx="1"/>
          </p:nvPr>
        </p:nvSpPr>
        <p:spPr/>
        <p:txBody>
          <a:bodyPr/>
          <a:lstStyle/>
          <a:p>
            <a:pPr rtl="0"/>
            <a:r>
              <a:rPr lang="en-US" dirty="0"/>
              <a:t>Target Interface : What the client </a:t>
            </a:r>
            <a:r>
              <a:rPr lang="en-US" dirty="0" err="1"/>
              <a:t>expectes</a:t>
            </a:r>
            <a:endParaRPr lang="en-US" dirty="0"/>
          </a:p>
          <a:p>
            <a:pPr rtl="0"/>
            <a:r>
              <a:rPr lang="en-US" dirty="0" err="1"/>
              <a:t>Adaptee</a:t>
            </a:r>
            <a:r>
              <a:rPr lang="en-US" dirty="0"/>
              <a:t> : The incompatible interface</a:t>
            </a:r>
          </a:p>
          <a:p>
            <a:pPr rtl="0"/>
            <a:r>
              <a:rPr lang="en-US" dirty="0"/>
              <a:t>Adapter : The class that translates the incompatible interface</a:t>
            </a:r>
          </a:p>
          <a:p>
            <a:pPr rtl="0"/>
            <a:r>
              <a:rPr lang="en-US" dirty="0"/>
              <a:t>Client : The code that consumes the adapter</a:t>
            </a:r>
          </a:p>
        </p:txBody>
      </p:sp>
    </p:spTree>
    <p:extLst>
      <p:ext uri="{BB962C8B-B14F-4D97-AF65-F5344CB8AC3E}">
        <p14:creationId xmlns:p14="http://schemas.microsoft.com/office/powerpoint/2010/main" val="39225544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64802-780C-B690-EBEB-7191ACA1E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6195E-1E27-2038-AC6A-A3232E653400}"/>
              </a:ext>
            </a:extLst>
          </p:cNvPr>
          <p:cNvSpPr>
            <a:spLocks noGrp="1"/>
          </p:cNvSpPr>
          <p:nvPr>
            <p:ph type="title"/>
          </p:nvPr>
        </p:nvSpPr>
        <p:spPr/>
        <p:txBody>
          <a:bodyPr/>
          <a:lstStyle/>
          <a:p>
            <a:r>
              <a:rPr lang="en-US" dirty="0"/>
              <a:t>Benefits of an Adapter Design Pattern</a:t>
            </a:r>
          </a:p>
        </p:txBody>
      </p:sp>
      <p:sp>
        <p:nvSpPr>
          <p:cNvPr id="3" name="Content Placeholder 2">
            <a:extLst>
              <a:ext uri="{FF2B5EF4-FFF2-40B4-BE49-F238E27FC236}">
                <a16:creationId xmlns:a16="http://schemas.microsoft.com/office/drawing/2014/main" id="{5079435B-E1F7-6EE1-9171-754D58EA057B}"/>
              </a:ext>
            </a:extLst>
          </p:cNvPr>
          <p:cNvSpPr>
            <a:spLocks noGrp="1"/>
          </p:cNvSpPr>
          <p:nvPr>
            <p:ph idx="1"/>
          </p:nvPr>
        </p:nvSpPr>
        <p:spPr/>
        <p:txBody>
          <a:bodyPr/>
          <a:lstStyle/>
          <a:p>
            <a:r>
              <a:rPr lang="en-US" dirty="0"/>
              <a:t>Allows an incompatible interface to work with existing code</a:t>
            </a:r>
          </a:p>
          <a:p>
            <a:r>
              <a:rPr lang="en-US" dirty="0"/>
              <a:t>Can wrap more complex code making interfaces easier to use</a:t>
            </a:r>
          </a:p>
          <a:p>
            <a:r>
              <a:rPr lang="en-US" dirty="0"/>
              <a:t>Can often be applied to multiple interfaces through something like a strategy</a:t>
            </a:r>
          </a:p>
          <a:p>
            <a:r>
              <a:rPr lang="en-US" dirty="0"/>
              <a:t>Creates a layer of abstraction that can be useful when dealing with multiple incompatible interfaces.</a:t>
            </a:r>
          </a:p>
          <a:p>
            <a:pPr rtl="0"/>
            <a:endParaRPr lang="en-US" dirty="0"/>
          </a:p>
          <a:p>
            <a:pPr marL="0" indent="0">
              <a:buNone/>
            </a:pPr>
            <a:r>
              <a:rPr lang="en-US" dirty="0"/>
              <a:t>.</a:t>
            </a:r>
          </a:p>
        </p:txBody>
      </p:sp>
    </p:spTree>
    <p:extLst>
      <p:ext uri="{BB962C8B-B14F-4D97-AF65-F5344CB8AC3E}">
        <p14:creationId xmlns:p14="http://schemas.microsoft.com/office/powerpoint/2010/main" val="135239273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E2F3-7189-5890-AF69-85202948E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002D3-6D9B-B20F-FA93-58FEEB77B8BB}"/>
              </a:ext>
            </a:extLst>
          </p:cNvPr>
          <p:cNvSpPr>
            <a:spLocks noGrp="1"/>
          </p:cNvSpPr>
          <p:nvPr>
            <p:ph type="title"/>
          </p:nvPr>
        </p:nvSpPr>
        <p:spPr/>
        <p:txBody>
          <a:bodyPr/>
          <a:lstStyle/>
          <a:p>
            <a:r>
              <a:rPr lang="en-US" dirty="0"/>
              <a:t>Down sides of An Adapter Design Pattern</a:t>
            </a:r>
          </a:p>
        </p:txBody>
      </p:sp>
      <p:sp>
        <p:nvSpPr>
          <p:cNvPr id="3" name="Content Placeholder 2">
            <a:extLst>
              <a:ext uri="{FF2B5EF4-FFF2-40B4-BE49-F238E27FC236}">
                <a16:creationId xmlns:a16="http://schemas.microsoft.com/office/drawing/2014/main" id="{9147E1B0-C1AF-17C3-9BDA-193A5E5438EA}"/>
              </a:ext>
            </a:extLst>
          </p:cNvPr>
          <p:cNvSpPr>
            <a:spLocks noGrp="1"/>
          </p:cNvSpPr>
          <p:nvPr>
            <p:ph idx="1"/>
          </p:nvPr>
        </p:nvSpPr>
        <p:spPr/>
        <p:txBody>
          <a:bodyPr>
            <a:normAutofit fontScale="92500" lnSpcReduction="10000"/>
          </a:bodyPr>
          <a:lstStyle/>
          <a:p>
            <a:pPr rtl="0">
              <a:buFont typeface="Arial" panose="020B0604020202020204" pitchFamily="34" charset="0"/>
              <a:buChar char="•"/>
            </a:pPr>
            <a:r>
              <a:rPr lang="en-US" dirty="0"/>
              <a:t>You create a dependency on the adapter to communicate with other systems</a:t>
            </a:r>
          </a:p>
          <a:p>
            <a:pPr rtl="0">
              <a:buFont typeface="Arial" panose="020B0604020202020204" pitchFamily="34" charset="0"/>
              <a:buChar char="•"/>
            </a:pPr>
            <a:r>
              <a:rPr lang="en-US" dirty="0"/>
              <a:t>You may not be able to use the full functionality of the underlying interface because the adapter does not fully implement all the functionality.</a:t>
            </a:r>
          </a:p>
          <a:p>
            <a:pPr rtl="0">
              <a:buFont typeface="Arial" panose="020B0604020202020204" pitchFamily="34" charset="0"/>
              <a:buChar char="•"/>
            </a:pPr>
            <a:r>
              <a:rPr lang="en-US" dirty="0"/>
              <a:t>May provide overhead</a:t>
            </a:r>
          </a:p>
          <a:p>
            <a:pPr rtl="0">
              <a:buFont typeface="Arial" panose="020B0604020202020204" pitchFamily="34" charset="0"/>
              <a:buChar char="•"/>
            </a:pPr>
            <a:r>
              <a:rPr lang="en-US" dirty="0"/>
              <a:t>May provide misunderstanding in that users may not understand what the adapter is attempting to adapt.</a:t>
            </a:r>
          </a:p>
          <a:p>
            <a:pPr rtl="0">
              <a:buFont typeface="Arial" panose="020B0604020202020204" pitchFamily="34" charset="0"/>
              <a:buChar char="•"/>
            </a:pPr>
            <a:r>
              <a:rPr lang="en-US" dirty="0"/>
              <a:t>Adapter may need to be maintained as the 3</a:t>
            </a:r>
            <a:r>
              <a:rPr lang="en-US" baseline="30000" dirty="0"/>
              <a:t>rd</a:t>
            </a:r>
            <a:r>
              <a:rPr lang="en-US" dirty="0"/>
              <a:t> party interface changes. </a:t>
            </a:r>
          </a:p>
          <a:p>
            <a:pPr rtl="0">
              <a:buFont typeface="Arial" panose="020B0604020202020204" pitchFamily="34" charset="0"/>
              <a:buChar char="•"/>
            </a:pPr>
            <a:r>
              <a:rPr lang="en-US" dirty="0"/>
              <a:t>May become irrelevant if the interface extends new functionality.</a:t>
            </a:r>
          </a:p>
        </p:txBody>
      </p:sp>
    </p:spTree>
    <p:extLst>
      <p:ext uri="{BB962C8B-B14F-4D97-AF65-F5344CB8AC3E}">
        <p14:creationId xmlns:p14="http://schemas.microsoft.com/office/powerpoint/2010/main" val="268492536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71D65-7357-7A90-351C-37F508DD9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77754-496C-E990-6517-EC21CEF00089}"/>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07CFCEFE-B227-8B1F-7452-3ED847E67785}"/>
              </a:ext>
            </a:extLst>
          </p:cNvPr>
          <p:cNvSpPr>
            <a:spLocks noGrp="1"/>
          </p:cNvSpPr>
          <p:nvPr>
            <p:ph type="body" idx="1"/>
          </p:nvPr>
        </p:nvSpPr>
        <p:spPr/>
        <p:txBody>
          <a:bodyPr/>
          <a:lstStyle/>
          <a:p>
            <a:r>
              <a:rPr lang="en-US" dirty="0"/>
              <a:t>Adapter</a:t>
            </a:r>
          </a:p>
        </p:txBody>
      </p:sp>
    </p:spTree>
    <p:extLst>
      <p:ext uri="{BB962C8B-B14F-4D97-AF65-F5344CB8AC3E}">
        <p14:creationId xmlns:p14="http://schemas.microsoft.com/office/powerpoint/2010/main" val="325924562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9101-D7A1-C38E-4958-0D9B6C496A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04920B-C5FE-508C-7C59-2698BD61AB8C}"/>
              </a:ext>
            </a:extLst>
          </p:cNvPr>
          <p:cNvSpPr>
            <a:spLocks noGrp="1"/>
          </p:cNvSpPr>
          <p:nvPr>
            <p:ph type="title"/>
          </p:nvPr>
        </p:nvSpPr>
        <p:spPr/>
        <p:txBody>
          <a:bodyPr/>
          <a:lstStyle/>
          <a:p>
            <a:r>
              <a:rPr lang="en-US" dirty="0"/>
              <a:t>Adapter pattern and S.O.L.I.D.</a:t>
            </a:r>
          </a:p>
        </p:txBody>
      </p:sp>
      <p:sp>
        <p:nvSpPr>
          <p:cNvPr id="5" name="Content Placeholder 4">
            <a:extLst>
              <a:ext uri="{FF2B5EF4-FFF2-40B4-BE49-F238E27FC236}">
                <a16:creationId xmlns:a16="http://schemas.microsoft.com/office/drawing/2014/main" id="{A9D795A7-3AA5-C8A3-C9F5-EFCD8B16AA71}"/>
              </a:ext>
            </a:extLst>
          </p:cNvPr>
          <p:cNvSpPr>
            <a:spLocks noGrp="1"/>
          </p:cNvSpPr>
          <p:nvPr>
            <p:ph idx="1"/>
          </p:nvPr>
        </p:nvSpPr>
        <p:spPr/>
        <p:txBody>
          <a:bodyPr>
            <a:normAutofit fontScale="85000" lnSpcReduction="10000"/>
          </a:bodyPr>
          <a:lstStyle/>
          <a:p>
            <a:r>
              <a:rPr lang="en-US" dirty="0"/>
              <a:t>S. Adapters single responsibility ought to be to translate the single responsibility of one interface to be compatible with your code.  In part the single responsibility can be polluted by the third party’s compliance with single responsibility.</a:t>
            </a:r>
          </a:p>
          <a:p>
            <a:r>
              <a:rPr lang="en-US" dirty="0"/>
              <a:t>O. This is not changing the original code it is making it compatible to another piece of code through extension.  The very definition of Open Closed.</a:t>
            </a:r>
          </a:p>
          <a:p>
            <a:r>
              <a:rPr lang="en-US" dirty="0"/>
              <a:t>L. Your adapter needs to implement the third party interface in a fully compatible way.</a:t>
            </a:r>
          </a:p>
          <a:p>
            <a:r>
              <a:rPr lang="en-US" dirty="0"/>
              <a:t>I.  This actually could be used to separate concerns if that is what you choose but this is certainly not detrimental to Interface Segregation.</a:t>
            </a:r>
          </a:p>
          <a:p>
            <a:r>
              <a:rPr lang="en-US" dirty="0"/>
              <a:t>D. Adapter should have the third party injected if possible and certainly should support dependency injection in your code.</a:t>
            </a:r>
          </a:p>
        </p:txBody>
      </p:sp>
    </p:spTree>
    <p:extLst>
      <p:ext uri="{BB962C8B-B14F-4D97-AF65-F5344CB8AC3E}">
        <p14:creationId xmlns:p14="http://schemas.microsoft.com/office/powerpoint/2010/main" val="341291039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124DA-B78F-0A33-7343-43AB4C97E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C681A-F318-1854-349F-04249F4A3852}"/>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6AB4FE7A-C235-C6A7-4716-81F71D4ADAD4}"/>
              </a:ext>
            </a:extLst>
          </p:cNvPr>
          <p:cNvSpPr>
            <a:spLocks noGrp="1"/>
          </p:cNvSpPr>
          <p:nvPr>
            <p:ph type="body" idx="1"/>
          </p:nvPr>
        </p:nvSpPr>
        <p:spPr/>
        <p:txBody>
          <a:bodyPr/>
          <a:lstStyle/>
          <a:p>
            <a:r>
              <a:rPr lang="en-US" dirty="0"/>
              <a:t>Adapter pattern</a:t>
            </a:r>
          </a:p>
        </p:txBody>
      </p:sp>
    </p:spTree>
    <p:extLst>
      <p:ext uri="{BB962C8B-B14F-4D97-AF65-F5344CB8AC3E}">
        <p14:creationId xmlns:p14="http://schemas.microsoft.com/office/powerpoint/2010/main" val="257815452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C70A8-FC54-ADBF-A6BC-13FCD161C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36680-DDB0-C7E7-93DE-C82C3D586185}"/>
              </a:ext>
            </a:extLst>
          </p:cNvPr>
          <p:cNvSpPr>
            <a:spLocks noGrp="1"/>
          </p:cNvSpPr>
          <p:nvPr>
            <p:ph type="title"/>
          </p:nvPr>
        </p:nvSpPr>
        <p:spPr/>
        <p:txBody>
          <a:bodyPr/>
          <a:lstStyle/>
          <a:p>
            <a:r>
              <a:rPr lang="en-US" dirty="0"/>
              <a:t>What are some Scenarios where The Adapter Pattern Might be Useful? </a:t>
            </a:r>
          </a:p>
        </p:txBody>
      </p:sp>
      <p:sp>
        <p:nvSpPr>
          <p:cNvPr id="4" name="Text Placeholder 3">
            <a:extLst>
              <a:ext uri="{FF2B5EF4-FFF2-40B4-BE49-F238E27FC236}">
                <a16:creationId xmlns:a16="http://schemas.microsoft.com/office/drawing/2014/main" id="{1679FAEB-7438-9F85-8668-4522323368D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6567559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D72F3-433B-A5F6-E8AC-EEF6F0581AE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B1A511-61ED-2174-E34E-F246DC3BA2AE}"/>
              </a:ext>
            </a:extLst>
          </p:cNvPr>
          <p:cNvSpPr>
            <a:spLocks noGrp="1"/>
          </p:cNvSpPr>
          <p:nvPr>
            <p:ph type="title"/>
          </p:nvPr>
        </p:nvSpPr>
        <p:spPr/>
        <p:txBody>
          <a:bodyPr/>
          <a:lstStyle/>
          <a:p>
            <a:r>
              <a:rPr lang="en-US" dirty="0"/>
              <a:t>Scenarios where The Adapter pattern is often Used</a:t>
            </a:r>
          </a:p>
        </p:txBody>
      </p:sp>
      <p:sp>
        <p:nvSpPr>
          <p:cNvPr id="5" name="Content Placeholder 4">
            <a:extLst>
              <a:ext uri="{FF2B5EF4-FFF2-40B4-BE49-F238E27FC236}">
                <a16:creationId xmlns:a16="http://schemas.microsoft.com/office/drawing/2014/main" id="{86B41D45-A616-6E5A-743F-4BC98532A9D8}"/>
              </a:ext>
            </a:extLst>
          </p:cNvPr>
          <p:cNvSpPr>
            <a:spLocks noGrp="1"/>
          </p:cNvSpPr>
          <p:nvPr>
            <p:ph idx="1"/>
          </p:nvPr>
        </p:nvSpPr>
        <p:spPr/>
        <p:txBody>
          <a:bodyPr>
            <a:normAutofit lnSpcReduction="10000"/>
          </a:bodyPr>
          <a:lstStyle/>
          <a:p>
            <a:pPr rtl="0">
              <a:buFont typeface="Arial" panose="020B0604020202020204" pitchFamily="34" charset="0"/>
              <a:buChar char="•"/>
            </a:pPr>
            <a:r>
              <a:rPr lang="en-US" dirty="0"/>
              <a:t>You have an application that sends JSON but a third party component only accepts XML</a:t>
            </a:r>
          </a:p>
          <a:p>
            <a:pPr rtl="0">
              <a:buFont typeface="Arial" panose="020B0604020202020204" pitchFamily="34" charset="0"/>
              <a:buChar char="•"/>
            </a:pPr>
            <a:r>
              <a:rPr lang="en-US" dirty="0"/>
              <a:t>You have an established way to call for a request but a third party you wish to use is not directly supportive of your application.</a:t>
            </a:r>
          </a:p>
          <a:p>
            <a:pPr rtl="0">
              <a:buFont typeface="Arial" panose="020B0604020202020204" pitchFamily="34" charset="0"/>
              <a:buChar char="•"/>
            </a:pPr>
            <a:r>
              <a:rPr lang="en-US" dirty="0"/>
              <a:t>Make a Third Party Interface consistent with other interfaces you consume.</a:t>
            </a:r>
          </a:p>
          <a:p>
            <a:pPr rtl="0">
              <a:buFont typeface="Arial" panose="020B0604020202020204" pitchFamily="34" charset="0"/>
              <a:buChar char="•"/>
            </a:pPr>
            <a:r>
              <a:rPr lang="en-US" dirty="0"/>
              <a:t>Drivers</a:t>
            </a:r>
          </a:p>
          <a:p>
            <a:pPr rtl="0">
              <a:buFont typeface="Arial" panose="020B0604020202020204" pitchFamily="34" charset="0"/>
              <a:buChar char="•"/>
            </a:pPr>
            <a:r>
              <a:rPr lang="en-US" dirty="0"/>
              <a:t>Media Players</a:t>
            </a:r>
          </a:p>
          <a:p>
            <a:pPr rtl="0">
              <a:buFont typeface="Arial" panose="020B0604020202020204" pitchFamily="34" charset="0"/>
              <a:buChar char="•"/>
            </a:pPr>
            <a:r>
              <a:rPr lang="en-US" dirty="0"/>
              <a:t>Open Database Connectivity (ODBC)</a:t>
            </a:r>
          </a:p>
          <a:p>
            <a:pPr marL="0" indent="0">
              <a:buNone/>
            </a:pPr>
            <a:endParaRPr lang="en-US" dirty="0"/>
          </a:p>
        </p:txBody>
      </p:sp>
    </p:spTree>
    <p:extLst>
      <p:ext uri="{BB962C8B-B14F-4D97-AF65-F5344CB8AC3E}">
        <p14:creationId xmlns:p14="http://schemas.microsoft.com/office/powerpoint/2010/main" val="342802435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98B8-02F4-041B-394E-C33F041DC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B1643-B786-70E4-20C8-A7EBDF701082}"/>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C7C31B8B-E69D-9426-D791-0EFD66557504}"/>
              </a:ext>
            </a:extLst>
          </p:cNvPr>
          <p:cNvSpPr>
            <a:spLocks noGrp="1"/>
          </p:cNvSpPr>
          <p:nvPr>
            <p:ph type="body" idx="1"/>
          </p:nvPr>
        </p:nvSpPr>
        <p:spPr/>
        <p:txBody>
          <a:bodyPr/>
          <a:lstStyle/>
          <a:p>
            <a:r>
              <a:rPr lang="en-US" dirty="0"/>
              <a:t>Adapter Pattern</a:t>
            </a:r>
          </a:p>
        </p:txBody>
      </p:sp>
    </p:spTree>
    <p:extLst>
      <p:ext uri="{BB962C8B-B14F-4D97-AF65-F5344CB8AC3E}">
        <p14:creationId xmlns:p14="http://schemas.microsoft.com/office/powerpoint/2010/main" val="234094133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F7D6B-2E87-60FC-A35F-B0AEA1E8B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1B200-C674-0A1F-3FA4-6D82BC0B0D95}"/>
              </a:ext>
            </a:extLst>
          </p:cNvPr>
          <p:cNvSpPr>
            <a:spLocks noGrp="1"/>
          </p:cNvSpPr>
          <p:nvPr>
            <p:ph type="title"/>
          </p:nvPr>
        </p:nvSpPr>
        <p:spPr/>
        <p:txBody>
          <a:bodyPr/>
          <a:lstStyle/>
          <a:p>
            <a:r>
              <a:rPr lang="en-US" dirty="0"/>
              <a:t>Implementing An Adapter Pattern in Code</a:t>
            </a:r>
          </a:p>
        </p:txBody>
      </p:sp>
      <p:sp>
        <p:nvSpPr>
          <p:cNvPr id="4" name="Text Placeholder 3">
            <a:extLst>
              <a:ext uri="{FF2B5EF4-FFF2-40B4-BE49-F238E27FC236}">
                <a16:creationId xmlns:a16="http://schemas.microsoft.com/office/drawing/2014/main" id="{39892D2E-BB8D-3787-6F97-E2D65E85D9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5277167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1E92F-1CF1-7CCC-980D-179C1B7FA385}"/>
              </a:ext>
            </a:extLst>
          </p:cNvPr>
          <p:cNvSpPr>
            <a:spLocks noGrp="1"/>
          </p:cNvSpPr>
          <p:nvPr>
            <p:ph type="title"/>
          </p:nvPr>
        </p:nvSpPr>
        <p:spPr/>
        <p:txBody>
          <a:bodyPr/>
          <a:lstStyle/>
          <a:p>
            <a:r>
              <a:rPr lang="en-US" dirty="0"/>
              <a:t>Final Project</a:t>
            </a:r>
          </a:p>
        </p:txBody>
      </p:sp>
      <p:sp>
        <p:nvSpPr>
          <p:cNvPr id="4" name="Text Placeholder 3">
            <a:extLst>
              <a:ext uri="{FF2B5EF4-FFF2-40B4-BE49-F238E27FC236}">
                <a16:creationId xmlns:a16="http://schemas.microsoft.com/office/drawing/2014/main" id="{D4631F3F-8A7F-ED85-436A-79A9B4227A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7473104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F85A35-7534-66CC-553F-7740AFC7D8B8}"/>
              </a:ext>
            </a:extLst>
          </p:cNvPr>
          <p:cNvSpPr>
            <a:spLocks noGrp="1"/>
          </p:cNvSpPr>
          <p:nvPr>
            <p:ph type="title"/>
          </p:nvPr>
        </p:nvSpPr>
        <p:spPr/>
        <p:txBody>
          <a:bodyPr/>
          <a:lstStyle/>
          <a:p>
            <a:r>
              <a:rPr lang="en-US" dirty="0"/>
              <a:t>Final Project Requirements</a:t>
            </a:r>
          </a:p>
        </p:txBody>
      </p:sp>
      <p:sp>
        <p:nvSpPr>
          <p:cNvPr id="5" name="Content Placeholder 4">
            <a:extLst>
              <a:ext uri="{FF2B5EF4-FFF2-40B4-BE49-F238E27FC236}">
                <a16:creationId xmlns:a16="http://schemas.microsoft.com/office/drawing/2014/main" id="{1F6D130C-646A-90C8-77B1-016DBEA5CDE8}"/>
              </a:ext>
            </a:extLst>
          </p:cNvPr>
          <p:cNvSpPr>
            <a:spLocks noGrp="1"/>
          </p:cNvSpPr>
          <p:nvPr>
            <p:ph sz="half" idx="1"/>
          </p:nvPr>
        </p:nvSpPr>
        <p:spPr/>
        <p:txBody>
          <a:bodyPr>
            <a:normAutofit lnSpcReduction="10000"/>
          </a:bodyPr>
          <a:lstStyle/>
          <a:p>
            <a:r>
              <a:rPr lang="en-US" dirty="0"/>
              <a:t>Is a new application.</a:t>
            </a:r>
          </a:p>
          <a:p>
            <a:r>
              <a:rPr lang="en-US" dirty="0"/>
              <a:t>Will be presented in class.</a:t>
            </a:r>
          </a:p>
          <a:p>
            <a:r>
              <a:rPr lang="en-US" dirty="0"/>
              <a:t>Will be graded in 4 parts</a:t>
            </a:r>
          </a:p>
          <a:p>
            <a:pPr lvl="1"/>
            <a:r>
              <a:rPr lang="en-US" dirty="0"/>
              <a:t>Initial Setup</a:t>
            </a:r>
          </a:p>
          <a:p>
            <a:pPr lvl="1"/>
            <a:r>
              <a:rPr lang="en-US" dirty="0"/>
              <a:t>Check In 1</a:t>
            </a:r>
          </a:p>
          <a:p>
            <a:pPr lvl="1"/>
            <a:r>
              <a:rPr lang="en-US" dirty="0"/>
              <a:t>Check In 2</a:t>
            </a:r>
          </a:p>
          <a:p>
            <a:pPr lvl="1"/>
            <a:r>
              <a:rPr lang="en-US" dirty="0"/>
              <a:t>Final Demo</a:t>
            </a:r>
          </a:p>
          <a:p>
            <a:r>
              <a:rPr lang="en-US" dirty="0"/>
              <a:t>Must demonstrate proper implementation of 3 design patterns.</a:t>
            </a:r>
          </a:p>
          <a:p>
            <a:pPr lvl="1"/>
            <a:endParaRPr lang="en-US" dirty="0"/>
          </a:p>
        </p:txBody>
      </p:sp>
      <p:sp>
        <p:nvSpPr>
          <p:cNvPr id="9" name="Content Placeholder 8">
            <a:extLst>
              <a:ext uri="{FF2B5EF4-FFF2-40B4-BE49-F238E27FC236}">
                <a16:creationId xmlns:a16="http://schemas.microsoft.com/office/drawing/2014/main" id="{55132F5C-3420-FA9C-E51E-AC6E8B1FF9BD}"/>
              </a:ext>
            </a:extLst>
          </p:cNvPr>
          <p:cNvSpPr>
            <a:spLocks noGrp="1"/>
          </p:cNvSpPr>
          <p:nvPr>
            <p:ph sz="half" idx="2"/>
          </p:nvPr>
        </p:nvSpPr>
        <p:spPr/>
        <p:txBody>
          <a:bodyPr>
            <a:normAutofit lnSpcReduction="10000"/>
          </a:bodyPr>
          <a:lstStyle/>
          <a:p>
            <a:r>
              <a:rPr lang="en-US" dirty="0"/>
              <a:t>Must include a creational design pattern</a:t>
            </a:r>
          </a:p>
          <a:p>
            <a:r>
              <a:rPr lang="en-US" dirty="0"/>
              <a:t>Must Include a structural design pattern</a:t>
            </a:r>
          </a:p>
          <a:p>
            <a:r>
              <a:rPr lang="en-US" dirty="0"/>
              <a:t>Must Include a behavioral design pattern</a:t>
            </a:r>
          </a:p>
          <a:p>
            <a:r>
              <a:rPr lang="en-US" dirty="0"/>
              <a:t>The patterns may or may not work in conjunction of each other</a:t>
            </a:r>
          </a:p>
        </p:txBody>
      </p:sp>
    </p:spTree>
    <p:extLst>
      <p:ext uri="{BB962C8B-B14F-4D97-AF65-F5344CB8AC3E}">
        <p14:creationId xmlns:p14="http://schemas.microsoft.com/office/powerpoint/2010/main" val="378807655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CA7D00-2493-5E80-548E-1766B4C3A34C}"/>
              </a:ext>
            </a:extLst>
          </p:cNvPr>
          <p:cNvSpPr>
            <a:spLocks noGrp="1"/>
          </p:cNvSpPr>
          <p:nvPr>
            <p:ph type="title"/>
          </p:nvPr>
        </p:nvSpPr>
        <p:spPr/>
        <p:txBody>
          <a:bodyPr/>
          <a:lstStyle/>
          <a:p>
            <a:r>
              <a:rPr lang="en-US" dirty="0"/>
              <a:t>Design Pattern Break Down</a:t>
            </a:r>
          </a:p>
        </p:txBody>
      </p:sp>
      <p:sp>
        <p:nvSpPr>
          <p:cNvPr id="8" name="Text Placeholder 7">
            <a:extLst>
              <a:ext uri="{FF2B5EF4-FFF2-40B4-BE49-F238E27FC236}">
                <a16:creationId xmlns:a16="http://schemas.microsoft.com/office/drawing/2014/main" id="{60CFDD3C-86A3-C458-8AC4-5DD0F206C2B3}"/>
              </a:ext>
            </a:extLst>
          </p:cNvPr>
          <p:cNvSpPr>
            <a:spLocks noGrp="1"/>
          </p:cNvSpPr>
          <p:nvPr>
            <p:ph type="body" idx="1"/>
          </p:nvPr>
        </p:nvSpPr>
        <p:spPr>
          <a:xfrm>
            <a:off x="973670" y="2218267"/>
            <a:ext cx="2528287" cy="576262"/>
          </a:xfrm>
        </p:spPr>
        <p:txBody>
          <a:bodyPr/>
          <a:lstStyle/>
          <a:p>
            <a:r>
              <a:rPr lang="en-US" dirty="0"/>
              <a:t>Creational</a:t>
            </a:r>
          </a:p>
        </p:txBody>
      </p:sp>
      <p:sp>
        <p:nvSpPr>
          <p:cNvPr id="9" name="Content Placeholder 8">
            <a:extLst>
              <a:ext uri="{FF2B5EF4-FFF2-40B4-BE49-F238E27FC236}">
                <a16:creationId xmlns:a16="http://schemas.microsoft.com/office/drawing/2014/main" id="{5EFE5DF4-1BE5-48D8-6FC1-BF49DFB3B017}"/>
              </a:ext>
            </a:extLst>
          </p:cNvPr>
          <p:cNvSpPr>
            <a:spLocks noGrp="1"/>
          </p:cNvSpPr>
          <p:nvPr>
            <p:ph sz="half" idx="2"/>
          </p:nvPr>
        </p:nvSpPr>
        <p:spPr>
          <a:xfrm>
            <a:off x="685802" y="2870201"/>
            <a:ext cx="1742028" cy="2920998"/>
          </a:xfrm>
        </p:spPr>
        <p:txBody>
          <a:bodyPr>
            <a:normAutofit fontScale="85000" lnSpcReduction="20000"/>
          </a:bodyPr>
          <a:lstStyle/>
          <a:p>
            <a:r>
              <a:rPr lang="en-US" dirty="0"/>
              <a:t>Factory</a:t>
            </a:r>
          </a:p>
          <a:p>
            <a:r>
              <a:rPr lang="en-US" dirty="0"/>
              <a:t>Abstract Factory</a:t>
            </a:r>
          </a:p>
          <a:p>
            <a:r>
              <a:rPr lang="en-US" dirty="0"/>
              <a:t>Builder</a:t>
            </a:r>
          </a:p>
          <a:p>
            <a:r>
              <a:rPr lang="en-US" dirty="0"/>
              <a:t>Prototype</a:t>
            </a:r>
          </a:p>
          <a:p>
            <a:r>
              <a:rPr lang="en-US" dirty="0"/>
              <a:t>Sington</a:t>
            </a:r>
          </a:p>
        </p:txBody>
      </p:sp>
      <p:sp>
        <p:nvSpPr>
          <p:cNvPr id="10" name="Text Placeholder 9">
            <a:extLst>
              <a:ext uri="{FF2B5EF4-FFF2-40B4-BE49-F238E27FC236}">
                <a16:creationId xmlns:a16="http://schemas.microsoft.com/office/drawing/2014/main" id="{D1333E27-7CF2-CCA1-17D8-3587491DDD39}"/>
              </a:ext>
            </a:extLst>
          </p:cNvPr>
          <p:cNvSpPr>
            <a:spLocks noGrp="1"/>
          </p:cNvSpPr>
          <p:nvPr>
            <p:ph type="body" sz="quarter" idx="3"/>
          </p:nvPr>
        </p:nvSpPr>
        <p:spPr>
          <a:xfrm>
            <a:off x="3956628" y="2215464"/>
            <a:ext cx="2684834" cy="576262"/>
          </a:xfrm>
        </p:spPr>
        <p:txBody>
          <a:bodyPr/>
          <a:lstStyle/>
          <a:p>
            <a:r>
              <a:rPr lang="en-US" dirty="0"/>
              <a:t>Behavioral</a:t>
            </a:r>
          </a:p>
        </p:txBody>
      </p:sp>
      <p:sp>
        <p:nvSpPr>
          <p:cNvPr id="11" name="Content Placeholder 10">
            <a:extLst>
              <a:ext uri="{FF2B5EF4-FFF2-40B4-BE49-F238E27FC236}">
                <a16:creationId xmlns:a16="http://schemas.microsoft.com/office/drawing/2014/main" id="{620C5395-3054-3556-F27C-48E0EFC330BA}"/>
              </a:ext>
            </a:extLst>
          </p:cNvPr>
          <p:cNvSpPr>
            <a:spLocks noGrp="1"/>
          </p:cNvSpPr>
          <p:nvPr>
            <p:ph sz="quarter" idx="4"/>
          </p:nvPr>
        </p:nvSpPr>
        <p:spPr>
          <a:xfrm>
            <a:off x="3108587" y="2870201"/>
            <a:ext cx="1815179" cy="2920998"/>
          </a:xfrm>
        </p:spPr>
        <p:txBody>
          <a:bodyPr>
            <a:normAutofit fontScale="85000" lnSpcReduction="20000"/>
          </a:bodyPr>
          <a:lstStyle/>
          <a:p>
            <a:r>
              <a:rPr lang="en-US" dirty="0"/>
              <a:t>Chain of Responsibility</a:t>
            </a:r>
          </a:p>
          <a:p>
            <a:r>
              <a:rPr lang="en-US" dirty="0"/>
              <a:t>Command</a:t>
            </a:r>
          </a:p>
          <a:p>
            <a:r>
              <a:rPr lang="en-US" dirty="0"/>
              <a:t>Iterator</a:t>
            </a:r>
          </a:p>
          <a:p>
            <a:r>
              <a:rPr lang="en-US" dirty="0"/>
              <a:t>Mediator</a:t>
            </a:r>
          </a:p>
          <a:p>
            <a:r>
              <a:rPr lang="en-US" dirty="0"/>
              <a:t>Memento</a:t>
            </a:r>
          </a:p>
          <a:p>
            <a:r>
              <a:rPr lang="en-US" dirty="0"/>
              <a:t>Observer</a:t>
            </a:r>
          </a:p>
        </p:txBody>
      </p:sp>
      <p:sp>
        <p:nvSpPr>
          <p:cNvPr id="13" name="Content Placeholder 10">
            <a:extLst>
              <a:ext uri="{FF2B5EF4-FFF2-40B4-BE49-F238E27FC236}">
                <a16:creationId xmlns:a16="http://schemas.microsoft.com/office/drawing/2014/main" id="{20BD21A2-B08A-D7A2-E398-D773D3B91F11}"/>
              </a:ext>
            </a:extLst>
          </p:cNvPr>
          <p:cNvSpPr txBox="1">
            <a:spLocks/>
          </p:cNvSpPr>
          <p:nvPr/>
        </p:nvSpPr>
        <p:spPr>
          <a:xfrm>
            <a:off x="7197756" y="2870201"/>
            <a:ext cx="2845339" cy="2920998"/>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dirty="0"/>
              <a:t>Adapter</a:t>
            </a:r>
          </a:p>
          <a:p>
            <a:r>
              <a:rPr lang="en-US" dirty="0"/>
              <a:t>Bridge</a:t>
            </a:r>
          </a:p>
          <a:p>
            <a:r>
              <a:rPr lang="en-US" dirty="0"/>
              <a:t>Composite</a:t>
            </a:r>
          </a:p>
          <a:p>
            <a:r>
              <a:rPr lang="en-US" dirty="0"/>
              <a:t>Decorator</a:t>
            </a:r>
          </a:p>
          <a:p>
            <a:r>
              <a:rPr lang="en-US" dirty="0"/>
              <a:t>Façade</a:t>
            </a:r>
          </a:p>
          <a:p>
            <a:r>
              <a:rPr lang="en-US" dirty="0"/>
              <a:t>Flyweight</a:t>
            </a:r>
          </a:p>
          <a:p>
            <a:r>
              <a:rPr lang="en-US" dirty="0"/>
              <a:t>Proxy</a:t>
            </a:r>
          </a:p>
        </p:txBody>
      </p:sp>
      <p:sp>
        <p:nvSpPr>
          <p:cNvPr id="15" name="Text Placeholder 9">
            <a:extLst>
              <a:ext uri="{FF2B5EF4-FFF2-40B4-BE49-F238E27FC236}">
                <a16:creationId xmlns:a16="http://schemas.microsoft.com/office/drawing/2014/main" id="{8DAD6216-BA7B-C8A3-DBCD-73BBC7D30AA8}"/>
              </a:ext>
            </a:extLst>
          </p:cNvPr>
          <p:cNvSpPr txBox="1">
            <a:spLocks/>
          </p:cNvSpPr>
          <p:nvPr/>
        </p:nvSpPr>
        <p:spPr>
          <a:xfrm>
            <a:off x="7501452" y="2179903"/>
            <a:ext cx="2684834" cy="576262"/>
          </a:xfrm>
          <a:prstGeom prst="rect">
            <a:avLst/>
          </a:prstGeom>
        </p:spPr>
        <p:txBody>
          <a:bodyPr vert="horz" lIns="91440" tIns="45720" rIns="91440" bIns="45720" rtlCol="0" anchor="b">
            <a:noAutofit/>
          </a:bodyPr>
          <a:lstStyle>
            <a:lvl1pPr marL="0" indent="0" algn="l" defTabSz="457200" rtl="0" eaLnBrk="1" latinLnBrk="0" hangingPunct="1">
              <a:spcBef>
                <a:spcPts val="0"/>
              </a:spcBef>
              <a:spcAft>
                <a:spcPts val="1000"/>
              </a:spcAft>
              <a:buClr>
                <a:schemeClr val="tx1"/>
              </a:buClr>
              <a:buSzPct val="100000"/>
              <a:buFont typeface="Arial"/>
              <a:buNone/>
              <a:defRPr sz="2800" b="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2000" b="1"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800" b="1"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9pPr>
          </a:lstStyle>
          <a:p>
            <a:r>
              <a:rPr lang="en-US" dirty="0"/>
              <a:t>Structural</a:t>
            </a:r>
          </a:p>
        </p:txBody>
      </p:sp>
      <p:sp>
        <p:nvSpPr>
          <p:cNvPr id="16" name="Content Placeholder 10">
            <a:extLst>
              <a:ext uri="{FF2B5EF4-FFF2-40B4-BE49-F238E27FC236}">
                <a16:creationId xmlns:a16="http://schemas.microsoft.com/office/drawing/2014/main" id="{EE6FE7F0-57F8-C805-6B92-58D11FA6A6DF}"/>
              </a:ext>
            </a:extLst>
          </p:cNvPr>
          <p:cNvSpPr txBox="1">
            <a:spLocks/>
          </p:cNvSpPr>
          <p:nvPr/>
        </p:nvSpPr>
        <p:spPr>
          <a:xfrm>
            <a:off x="5102157" y="2870201"/>
            <a:ext cx="1738817" cy="2920998"/>
          </a:xfrm>
          <a:prstGeom prst="rect">
            <a:avLst/>
          </a:prstGeom>
        </p:spPr>
        <p:txBody>
          <a:bodyPr vert="horz" lIns="91440" tIns="45720" rIns="91440" bIns="45720" rtlCol="0" anchor="t">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dirty="0"/>
              <a:t>State</a:t>
            </a:r>
          </a:p>
          <a:p>
            <a:r>
              <a:rPr lang="en-US" dirty="0"/>
              <a:t>Strategy</a:t>
            </a:r>
          </a:p>
          <a:p>
            <a:r>
              <a:rPr lang="en-US" dirty="0"/>
              <a:t>Template Method</a:t>
            </a:r>
          </a:p>
          <a:p>
            <a:r>
              <a:rPr lang="en-US" dirty="0"/>
              <a:t>Visitor</a:t>
            </a:r>
          </a:p>
        </p:txBody>
      </p:sp>
    </p:spTree>
    <p:extLst>
      <p:ext uri="{BB962C8B-B14F-4D97-AF65-F5344CB8AC3E}">
        <p14:creationId xmlns:p14="http://schemas.microsoft.com/office/powerpoint/2010/main" val="35802200"/>
      </p:ext>
    </p:extLst>
  </p:cSld>
  <p:clrMapOvr>
    <a:overrideClrMapping bg1="dk1" tx1="lt1" bg2="dk2" tx2="lt2" accent1="accent1" accent2="accent2" accent3="accent3" accent4="accent4" accent5="accent5" accent6="accent6" hlink="hlink" folHlink="folHlink"/>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8B2C1-8677-4899-0B66-313CDB9058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70B694-EE78-B009-20C4-A38B801391B5}"/>
              </a:ext>
            </a:extLst>
          </p:cNvPr>
          <p:cNvSpPr>
            <a:spLocks noGrp="1"/>
          </p:cNvSpPr>
          <p:nvPr>
            <p:ph type="title"/>
          </p:nvPr>
        </p:nvSpPr>
        <p:spPr>
          <a:xfrm>
            <a:off x="810986" y="1392695"/>
            <a:ext cx="10131427" cy="1468800"/>
          </a:xfrm>
        </p:spPr>
        <p:txBody>
          <a:bodyPr/>
          <a:lstStyle/>
          <a:p>
            <a:r>
              <a:rPr lang="en-US" dirty="0"/>
              <a:t>Bridge Design Pattern</a:t>
            </a:r>
          </a:p>
        </p:txBody>
      </p:sp>
      <p:sp>
        <p:nvSpPr>
          <p:cNvPr id="5" name="Text Placeholder 4">
            <a:extLst>
              <a:ext uri="{FF2B5EF4-FFF2-40B4-BE49-F238E27FC236}">
                <a16:creationId xmlns:a16="http://schemas.microsoft.com/office/drawing/2014/main" id="{EA3D2D67-6DFC-A2BD-BE5A-7AB9021F6765}"/>
              </a:ext>
            </a:extLst>
          </p:cNvPr>
          <p:cNvSpPr>
            <a:spLocks noGrp="1"/>
          </p:cNvSpPr>
          <p:nvPr>
            <p:ph type="body" idx="1"/>
          </p:nvPr>
        </p:nvSpPr>
        <p:spPr/>
        <p:txBody>
          <a:bodyPr/>
          <a:lstStyle/>
          <a:p>
            <a:r>
              <a:rPr lang="en-US" dirty="0"/>
              <a:t>Interfaces for Interfaces</a:t>
            </a:r>
          </a:p>
        </p:txBody>
      </p:sp>
    </p:spTree>
    <p:extLst>
      <p:ext uri="{BB962C8B-B14F-4D97-AF65-F5344CB8AC3E}">
        <p14:creationId xmlns:p14="http://schemas.microsoft.com/office/powerpoint/2010/main" val="364256283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3BB12-564C-C3E7-8F92-D2C540BC4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30A95-1A45-9A68-8439-DA3C37F93A6C}"/>
              </a:ext>
            </a:extLst>
          </p:cNvPr>
          <p:cNvSpPr>
            <a:spLocks noGrp="1"/>
          </p:cNvSpPr>
          <p:nvPr>
            <p:ph type="title"/>
          </p:nvPr>
        </p:nvSpPr>
        <p:spPr/>
        <p:txBody>
          <a:bodyPr/>
          <a:lstStyle/>
          <a:p>
            <a:r>
              <a:rPr lang="en-US" dirty="0"/>
              <a:t>Bridge problem space</a:t>
            </a:r>
          </a:p>
        </p:txBody>
      </p:sp>
      <p:sp>
        <p:nvSpPr>
          <p:cNvPr id="3" name="Text Placeholder 2">
            <a:extLst>
              <a:ext uri="{FF2B5EF4-FFF2-40B4-BE49-F238E27FC236}">
                <a16:creationId xmlns:a16="http://schemas.microsoft.com/office/drawing/2014/main" id="{225E40DA-6FF4-1195-17C3-A8F52F8329A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1364377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19F01-4ECF-5698-582A-F407A00E78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0EDC2D4-6A63-BDBC-7D6E-568A8481E126}"/>
              </a:ext>
            </a:extLst>
          </p:cNvPr>
          <p:cNvSpPr>
            <a:spLocks noGrp="1"/>
          </p:cNvSpPr>
          <p:nvPr>
            <p:ph type="title"/>
          </p:nvPr>
        </p:nvSpPr>
        <p:spPr/>
        <p:txBody>
          <a:bodyPr/>
          <a:lstStyle/>
          <a:p>
            <a:r>
              <a:rPr lang="en-US" dirty="0"/>
              <a:t>What problems does Bridge Pattern Help Solve?</a:t>
            </a:r>
          </a:p>
        </p:txBody>
      </p:sp>
      <p:sp>
        <p:nvSpPr>
          <p:cNvPr id="5" name="Content Placeholder 4">
            <a:extLst>
              <a:ext uri="{FF2B5EF4-FFF2-40B4-BE49-F238E27FC236}">
                <a16:creationId xmlns:a16="http://schemas.microsoft.com/office/drawing/2014/main" id="{8DCF96E5-A1E7-7BA0-958D-D075E7578679}"/>
              </a:ext>
            </a:extLst>
          </p:cNvPr>
          <p:cNvSpPr>
            <a:spLocks noGrp="1"/>
          </p:cNvSpPr>
          <p:nvPr>
            <p:ph idx="1"/>
          </p:nvPr>
        </p:nvSpPr>
        <p:spPr/>
        <p:txBody>
          <a:bodyPr/>
          <a:lstStyle/>
          <a:p>
            <a:r>
              <a:rPr lang="en-US" dirty="0"/>
              <a:t>User Interface and business logic are developed separately.</a:t>
            </a:r>
          </a:p>
          <a:p>
            <a:endParaRPr lang="en-US" dirty="0"/>
          </a:p>
        </p:txBody>
      </p:sp>
    </p:spTree>
    <p:extLst>
      <p:ext uri="{BB962C8B-B14F-4D97-AF65-F5344CB8AC3E}">
        <p14:creationId xmlns:p14="http://schemas.microsoft.com/office/powerpoint/2010/main" val="266875429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C0AE4-8175-49A7-76CA-87E32D64E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44726-0204-1B4E-AF97-642A5ECEC8A7}"/>
              </a:ext>
            </a:extLst>
          </p:cNvPr>
          <p:cNvSpPr>
            <a:spLocks noGrp="1"/>
          </p:cNvSpPr>
          <p:nvPr>
            <p:ph type="title"/>
          </p:nvPr>
        </p:nvSpPr>
        <p:spPr>
          <a:xfrm>
            <a:off x="685800" y="3139853"/>
            <a:ext cx="10131427" cy="1468800"/>
          </a:xfrm>
        </p:spPr>
        <p:txBody>
          <a:bodyPr/>
          <a:lstStyle/>
          <a:p>
            <a:r>
              <a:rPr lang="en-US" dirty="0"/>
              <a:t>Bridge Pattern Defined</a:t>
            </a:r>
          </a:p>
        </p:txBody>
      </p:sp>
      <p:sp>
        <p:nvSpPr>
          <p:cNvPr id="3" name="Text Placeholder 2">
            <a:extLst>
              <a:ext uri="{FF2B5EF4-FFF2-40B4-BE49-F238E27FC236}">
                <a16:creationId xmlns:a16="http://schemas.microsoft.com/office/drawing/2014/main" id="{DB19192D-3A48-6704-A5F0-B5E273A86AD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2614572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FDC9-5F71-F6BD-4DBE-542FF191FB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027279-BA16-C67F-3CD9-4DAD94504489}"/>
              </a:ext>
            </a:extLst>
          </p:cNvPr>
          <p:cNvSpPr>
            <a:spLocks noGrp="1"/>
          </p:cNvSpPr>
          <p:nvPr>
            <p:ph type="title"/>
          </p:nvPr>
        </p:nvSpPr>
        <p:spPr/>
        <p:txBody>
          <a:bodyPr/>
          <a:lstStyle/>
          <a:p>
            <a:r>
              <a:rPr lang="en-US" dirty="0"/>
              <a:t>Gang of Four Definition</a:t>
            </a:r>
          </a:p>
        </p:txBody>
      </p:sp>
      <p:sp>
        <p:nvSpPr>
          <p:cNvPr id="6" name="Text Placeholder 5">
            <a:extLst>
              <a:ext uri="{FF2B5EF4-FFF2-40B4-BE49-F238E27FC236}">
                <a16:creationId xmlns:a16="http://schemas.microsoft.com/office/drawing/2014/main" id="{C2959E20-738B-3912-BC84-1B012734D53A}"/>
              </a:ext>
            </a:extLst>
          </p:cNvPr>
          <p:cNvSpPr>
            <a:spLocks noGrp="1"/>
          </p:cNvSpPr>
          <p:nvPr>
            <p:ph type="body" sz="half" idx="2"/>
          </p:nvPr>
        </p:nvSpPr>
        <p:spPr/>
        <p:txBody>
          <a:bodyPr/>
          <a:lstStyle/>
          <a:p>
            <a:r>
              <a:rPr lang="en-US" dirty="0"/>
              <a:t>“Decouple and abstraction from its implementation so that the two can very independently”</a:t>
            </a:r>
          </a:p>
        </p:txBody>
      </p:sp>
      <p:pic>
        <p:nvPicPr>
          <p:cNvPr id="5" name="Content Placeholder 4">
            <a:extLst>
              <a:ext uri="{FF2B5EF4-FFF2-40B4-BE49-F238E27FC236}">
                <a16:creationId xmlns:a16="http://schemas.microsoft.com/office/drawing/2014/main" id="{FB4E95C0-32D0-2AD5-2628-B0B84DB2D099}"/>
              </a:ext>
            </a:extLst>
          </p:cNvPr>
          <p:cNvPicPr>
            <a:picLocks noGrp="1" noChangeAspect="1"/>
          </p:cNvPicPr>
          <p:nvPr>
            <p:ph idx="1"/>
          </p:nvPr>
        </p:nvPicPr>
        <p:blipFill>
          <a:blip r:embed="rId2"/>
          <a:stretch>
            <a:fillRect/>
          </a:stretch>
        </p:blipFill>
        <p:spPr>
          <a:xfrm>
            <a:off x="4648200" y="1961850"/>
            <a:ext cx="6169025" cy="2477100"/>
          </a:xfrm>
        </p:spPr>
      </p:pic>
    </p:spTree>
    <p:extLst>
      <p:ext uri="{BB962C8B-B14F-4D97-AF65-F5344CB8AC3E}">
        <p14:creationId xmlns:p14="http://schemas.microsoft.com/office/powerpoint/2010/main" val="224275699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EC582-1607-0505-3E8E-A3D62F5BD0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50C594-B331-BBBE-79F3-4E46B3CB5A73}"/>
              </a:ext>
            </a:extLst>
          </p:cNvPr>
          <p:cNvSpPr>
            <a:spLocks noGrp="1"/>
          </p:cNvSpPr>
          <p:nvPr>
            <p:ph type="title"/>
          </p:nvPr>
        </p:nvSpPr>
        <p:spPr/>
        <p:txBody>
          <a:bodyPr/>
          <a:lstStyle/>
          <a:p>
            <a:r>
              <a:rPr lang="en-US" dirty="0"/>
              <a:t>Attributes of The Bridge Design Pattern</a:t>
            </a:r>
          </a:p>
        </p:txBody>
      </p:sp>
      <p:sp>
        <p:nvSpPr>
          <p:cNvPr id="6" name="Content Placeholder 5">
            <a:extLst>
              <a:ext uri="{FF2B5EF4-FFF2-40B4-BE49-F238E27FC236}">
                <a16:creationId xmlns:a16="http://schemas.microsoft.com/office/drawing/2014/main" id="{6B1411FF-9B90-2F51-4529-826D61AC5848}"/>
              </a:ext>
            </a:extLst>
          </p:cNvPr>
          <p:cNvSpPr>
            <a:spLocks noGrp="1"/>
          </p:cNvSpPr>
          <p:nvPr>
            <p:ph idx="1"/>
          </p:nvPr>
        </p:nvSpPr>
        <p:spPr/>
        <p:txBody>
          <a:bodyPr/>
          <a:lstStyle/>
          <a:p>
            <a:pPr rtl="0"/>
            <a:r>
              <a:rPr lang="en-US" dirty="0"/>
              <a:t>Abstraction</a:t>
            </a:r>
          </a:p>
          <a:p>
            <a:pPr rtl="0"/>
            <a:r>
              <a:rPr lang="en-US" dirty="0"/>
              <a:t>Abstraction Extension</a:t>
            </a:r>
          </a:p>
          <a:p>
            <a:pPr rtl="0"/>
            <a:r>
              <a:rPr lang="en-US" dirty="0"/>
              <a:t>Implementation Interface</a:t>
            </a:r>
          </a:p>
          <a:p>
            <a:pPr rtl="0"/>
            <a:r>
              <a:rPr lang="en-US" dirty="0"/>
              <a:t>Concrete Implementation</a:t>
            </a:r>
          </a:p>
        </p:txBody>
      </p:sp>
    </p:spTree>
    <p:extLst>
      <p:ext uri="{BB962C8B-B14F-4D97-AF65-F5344CB8AC3E}">
        <p14:creationId xmlns:p14="http://schemas.microsoft.com/office/powerpoint/2010/main" val="74053366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E2A2A-290A-D71F-0B35-7DB7977DA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37B18-97A0-D778-9FD2-17ADD462D884}"/>
              </a:ext>
            </a:extLst>
          </p:cNvPr>
          <p:cNvSpPr>
            <a:spLocks noGrp="1"/>
          </p:cNvSpPr>
          <p:nvPr>
            <p:ph type="title"/>
          </p:nvPr>
        </p:nvSpPr>
        <p:spPr/>
        <p:txBody>
          <a:bodyPr/>
          <a:lstStyle/>
          <a:p>
            <a:r>
              <a:rPr lang="en-US" dirty="0"/>
              <a:t>Benefits of a BRIDGE Design Pattern</a:t>
            </a:r>
          </a:p>
        </p:txBody>
      </p:sp>
      <p:sp>
        <p:nvSpPr>
          <p:cNvPr id="3" name="Content Placeholder 2">
            <a:extLst>
              <a:ext uri="{FF2B5EF4-FFF2-40B4-BE49-F238E27FC236}">
                <a16:creationId xmlns:a16="http://schemas.microsoft.com/office/drawing/2014/main" id="{41B3B941-CD32-D091-FE00-3C481EC2B79A}"/>
              </a:ext>
            </a:extLst>
          </p:cNvPr>
          <p:cNvSpPr>
            <a:spLocks noGrp="1"/>
          </p:cNvSpPr>
          <p:nvPr>
            <p:ph idx="1"/>
          </p:nvPr>
        </p:nvSpPr>
        <p:spPr/>
        <p:txBody>
          <a:bodyPr/>
          <a:lstStyle/>
          <a:p>
            <a:r>
              <a:rPr lang="en-US" dirty="0"/>
              <a:t>Decouples Abstraction from Implementation</a:t>
            </a:r>
          </a:p>
          <a:p>
            <a:r>
              <a:rPr lang="en-US" dirty="0"/>
              <a:t>Improved Flexibility</a:t>
            </a:r>
          </a:p>
          <a:p>
            <a:r>
              <a:rPr lang="en-US" dirty="0"/>
              <a:t>Enhanced Scalability</a:t>
            </a:r>
          </a:p>
          <a:p>
            <a:r>
              <a:rPr lang="en-US" dirty="0"/>
              <a:t>Simplified Code Maintenance</a:t>
            </a:r>
          </a:p>
          <a:p>
            <a:r>
              <a:rPr lang="en-US" dirty="0"/>
              <a:t>Reduced Code Duplication</a:t>
            </a:r>
          </a:p>
        </p:txBody>
      </p:sp>
    </p:spTree>
    <p:extLst>
      <p:ext uri="{BB962C8B-B14F-4D97-AF65-F5344CB8AC3E}">
        <p14:creationId xmlns:p14="http://schemas.microsoft.com/office/powerpoint/2010/main" val="355890443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A664C-430E-6759-B1F4-15F07993D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505FC-CCF5-DFCA-9B32-F0B70C16E254}"/>
              </a:ext>
            </a:extLst>
          </p:cNvPr>
          <p:cNvSpPr>
            <a:spLocks noGrp="1"/>
          </p:cNvSpPr>
          <p:nvPr>
            <p:ph type="title"/>
          </p:nvPr>
        </p:nvSpPr>
        <p:spPr/>
        <p:txBody>
          <a:bodyPr/>
          <a:lstStyle/>
          <a:p>
            <a:r>
              <a:rPr lang="en-US" dirty="0"/>
              <a:t>Down sides of THE Bridge Design Pattern</a:t>
            </a:r>
          </a:p>
        </p:txBody>
      </p:sp>
      <p:sp>
        <p:nvSpPr>
          <p:cNvPr id="3" name="Content Placeholder 2">
            <a:extLst>
              <a:ext uri="{FF2B5EF4-FFF2-40B4-BE49-F238E27FC236}">
                <a16:creationId xmlns:a16="http://schemas.microsoft.com/office/drawing/2014/main" id="{8D0FBA33-7D11-0178-D89A-393D1C58EF19}"/>
              </a:ext>
            </a:extLst>
          </p:cNvPr>
          <p:cNvSpPr>
            <a:spLocks noGrp="1"/>
          </p:cNvSpPr>
          <p:nvPr>
            <p:ph idx="1"/>
          </p:nvPr>
        </p:nvSpPr>
        <p:spPr/>
        <p:txBody>
          <a:bodyPr/>
          <a:lstStyle/>
          <a:p>
            <a:pPr rtl="0">
              <a:buFont typeface="Arial" panose="020B0604020202020204" pitchFamily="34" charset="0"/>
              <a:buChar char="•"/>
            </a:pPr>
            <a:r>
              <a:rPr lang="en-US" dirty="0"/>
              <a:t>Increased Complexity</a:t>
            </a:r>
          </a:p>
          <a:p>
            <a:pPr rtl="0">
              <a:buFont typeface="Arial" panose="020B0604020202020204" pitchFamily="34" charset="0"/>
              <a:buChar char="•"/>
            </a:pPr>
            <a:r>
              <a:rPr lang="en-US" dirty="0"/>
              <a:t>Additional Overhead (Performance)</a:t>
            </a:r>
          </a:p>
          <a:p>
            <a:pPr rtl="0">
              <a:buFont typeface="Arial" panose="020B0604020202020204" pitchFamily="34" charset="0"/>
              <a:buChar char="•"/>
            </a:pPr>
            <a:r>
              <a:rPr lang="en-US" dirty="0"/>
              <a:t>Initial setup difficult</a:t>
            </a:r>
          </a:p>
          <a:p>
            <a:pPr rtl="0">
              <a:buFont typeface="Arial" panose="020B0604020202020204" pitchFamily="34" charset="0"/>
              <a:buChar char="•"/>
            </a:pPr>
            <a:r>
              <a:rPr lang="en-US" dirty="0"/>
              <a:t>Learning Curve</a:t>
            </a:r>
          </a:p>
        </p:txBody>
      </p:sp>
    </p:spTree>
    <p:extLst>
      <p:ext uri="{BB962C8B-B14F-4D97-AF65-F5344CB8AC3E}">
        <p14:creationId xmlns:p14="http://schemas.microsoft.com/office/powerpoint/2010/main" val="2183019276"/>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790F4-69BC-AADD-75D5-FBB60BA39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043D72-D5BD-5390-83D3-9CD40818345E}"/>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528819E2-FC1F-0834-FE1D-7149DE00077E}"/>
              </a:ext>
            </a:extLst>
          </p:cNvPr>
          <p:cNvSpPr>
            <a:spLocks noGrp="1"/>
          </p:cNvSpPr>
          <p:nvPr>
            <p:ph type="body" idx="1"/>
          </p:nvPr>
        </p:nvSpPr>
        <p:spPr/>
        <p:txBody>
          <a:bodyPr/>
          <a:lstStyle/>
          <a:p>
            <a:r>
              <a:rPr lang="en-US" dirty="0"/>
              <a:t>BRIDGE</a:t>
            </a:r>
          </a:p>
        </p:txBody>
      </p:sp>
    </p:spTree>
    <p:extLst>
      <p:ext uri="{BB962C8B-B14F-4D97-AF65-F5344CB8AC3E}">
        <p14:creationId xmlns:p14="http://schemas.microsoft.com/office/powerpoint/2010/main" val="258502562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DB13C-CFDE-1313-7CB0-D9D05318CB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D1614CC-BEA4-D8E7-CA62-63F1E6494CD5}"/>
              </a:ext>
            </a:extLst>
          </p:cNvPr>
          <p:cNvSpPr>
            <a:spLocks noGrp="1"/>
          </p:cNvSpPr>
          <p:nvPr>
            <p:ph type="title"/>
          </p:nvPr>
        </p:nvSpPr>
        <p:spPr/>
        <p:txBody>
          <a:bodyPr/>
          <a:lstStyle/>
          <a:p>
            <a:r>
              <a:rPr lang="en-US" dirty="0"/>
              <a:t>BRIDGE pattern and S.O.L.I.D.</a:t>
            </a:r>
          </a:p>
        </p:txBody>
      </p:sp>
      <p:sp>
        <p:nvSpPr>
          <p:cNvPr id="5" name="Content Placeholder 4">
            <a:extLst>
              <a:ext uri="{FF2B5EF4-FFF2-40B4-BE49-F238E27FC236}">
                <a16:creationId xmlns:a16="http://schemas.microsoft.com/office/drawing/2014/main" id="{C78092AA-0CE6-276C-D40B-B14C36EA52E2}"/>
              </a:ext>
            </a:extLst>
          </p:cNvPr>
          <p:cNvSpPr>
            <a:spLocks noGrp="1"/>
          </p:cNvSpPr>
          <p:nvPr>
            <p:ph idx="1"/>
          </p:nvPr>
        </p:nvSpPr>
        <p:spPr/>
        <p:txBody>
          <a:bodyPr/>
          <a:lstStyle/>
          <a:p>
            <a:r>
              <a:rPr lang="en-US" dirty="0"/>
              <a:t>S. Separates the abstraction from implementation so each has a single responsibility.</a:t>
            </a:r>
          </a:p>
          <a:p>
            <a:r>
              <a:rPr lang="en-US" dirty="0"/>
              <a:t>O. This pattern supports decoupling the abstraction from implementation.</a:t>
            </a:r>
          </a:p>
          <a:p>
            <a:r>
              <a:rPr lang="en-US" dirty="0"/>
              <a:t>L. Abstraction and the implementation must be able to be used </a:t>
            </a:r>
            <a:r>
              <a:rPr lang="en-US" dirty="0" err="1"/>
              <a:t>interchangabily</a:t>
            </a:r>
            <a:endParaRPr lang="en-US" dirty="0"/>
          </a:p>
          <a:p>
            <a:r>
              <a:rPr lang="en-US" dirty="0"/>
              <a:t>I. This is developer dependent to ensure ISP</a:t>
            </a:r>
          </a:p>
          <a:p>
            <a:r>
              <a:rPr lang="en-US" dirty="0"/>
              <a:t>D. Bridge is inherently dependency inversion.  High level module (the abstraction) and the low level implementation both depend on an interface allowing both to vary independently.</a:t>
            </a:r>
          </a:p>
        </p:txBody>
      </p:sp>
    </p:spTree>
    <p:extLst>
      <p:ext uri="{BB962C8B-B14F-4D97-AF65-F5344CB8AC3E}">
        <p14:creationId xmlns:p14="http://schemas.microsoft.com/office/powerpoint/2010/main" val="80105461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447FF-AD77-8491-0430-BCEEFAB8F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D93F6-7A4B-61F6-E93D-B151D05956FE}"/>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7D903FE8-2815-E67D-D387-4A0649563247}"/>
              </a:ext>
            </a:extLst>
          </p:cNvPr>
          <p:cNvSpPr>
            <a:spLocks noGrp="1"/>
          </p:cNvSpPr>
          <p:nvPr>
            <p:ph type="body" idx="1"/>
          </p:nvPr>
        </p:nvSpPr>
        <p:spPr>
          <a:xfrm>
            <a:off x="685799" y="4624981"/>
            <a:ext cx="10131428" cy="860400"/>
          </a:xfrm>
        </p:spPr>
        <p:txBody>
          <a:bodyPr/>
          <a:lstStyle/>
          <a:p>
            <a:r>
              <a:rPr lang="en-US" dirty="0"/>
              <a:t>BRIDGE pattern</a:t>
            </a:r>
          </a:p>
        </p:txBody>
      </p:sp>
    </p:spTree>
    <p:extLst>
      <p:ext uri="{BB962C8B-B14F-4D97-AF65-F5344CB8AC3E}">
        <p14:creationId xmlns:p14="http://schemas.microsoft.com/office/powerpoint/2010/main" val="24752836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0F859-ABD5-F64B-A353-D37475352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AF596-EB33-DB45-DF85-09B4AF5DA7BF}"/>
              </a:ext>
            </a:extLst>
          </p:cNvPr>
          <p:cNvSpPr>
            <a:spLocks noGrp="1"/>
          </p:cNvSpPr>
          <p:nvPr>
            <p:ph type="title"/>
          </p:nvPr>
        </p:nvSpPr>
        <p:spPr/>
        <p:txBody>
          <a:bodyPr/>
          <a:lstStyle/>
          <a:p>
            <a:r>
              <a:rPr lang="en-US" dirty="0"/>
              <a:t>What are some Scenarios where The BRIDGE Pattern Might be Useful? </a:t>
            </a:r>
          </a:p>
        </p:txBody>
      </p:sp>
      <p:sp>
        <p:nvSpPr>
          <p:cNvPr id="3" name="Text Placeholder 2">
            <a:extLst>
              <a:ext uri="{FF2B5EF4-FFF2-40B4-BE49-F238E27FC236}">
                <a16:creationId xmlns:a16="http://schemas.microsoft.com/office/drawing/2014/main" id="{1CAAA767-097C-224A-B672-76EA5C5C991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7882649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3E5A8-E36F-CA65-AB30-8DFD9355B7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338184-0A1B-624B-7555-AD7CF905CDF1}"/>
              </a:ext>
            </a:extLst>
          </p:cNvPr>
          <p:cNvSpPr>
            <a:spLocks noGrp="1"/>
          </p:cNvSpPr>
          <p:nvPr>
            <p:ph type="title"/>
          </p:nvPr>
        </p:nvSpPr>
        <p:spPr/>
        <p:txBody>
          <a:bodyPr/>
          <a:lstStyle/>
          <a:p>
            <a:r>
              <a:rPr lang="en-US" dirty="0"/>
              <a:t>Scenarios where The BRIDGE pattern is often Used</a:t>
            </a:r>
          </a:p>
        </p:txBody>
      </p:sp>
      <p:sp>
        <p:nvSpPr>
          <p:cNvPr id="5" name="Content Placeholder 4">
            <a:extLst>
              <a:ext uri="{FF2B5EF4-FFF2-40B4-BE49-F238E27FC236}">
                <a16:creationId xmlns:a16="http://schemas.microsoft.com/office/drawing/2014/main" id="{DEBA7969-F918-BF15-9F4F-72C4DF40B1F9}"/>
              </a:ext>
            </a:extLst>
          </p:cNvPr>
          <p:cNvSpPr>
            <a:spLocks noGrp="1"/>
          </p:cNvSpPr>
          <p:nvPr>
            <p:ph idx="1"/>
          </p:nvPr>
        </p:nvSpPr>
        <p:spPr/>
        <p:txBody>
          <a:bodyPr/>
          <a:lstStyle/>
          <a:p>
            <a:r>
              <a:rPr lang="en-US" dirty="0"/>
              <a:t>Graphics Rendering Engines</a:t>
            </a:r>
          </a:p>
          <a:p>
            <a:r>
              <a:rPr lang="en-US" dirty="0"/>
              <a:t>Database Drivers</a:t>
            </a:r>
          </a:p>
          <a:p>
            <a:r>
              <a:rPr lang="en-US" dirty="0"/>
              <a:t>User Interface Frameworks</a:t>
            </a:r>
          </a:p>
          <a:p>
            <a:r>
              <a:rPr lang="en-US" dirty="0"/>
              <a:t>A Remote Control</a:t>
            </a:r>
          </a:p>
          <a:p>
            <a:r>
              <a:rPr lang="en-US" dirty="0"/>
              <a:t>Logging System</a:t>
            </a:r>
          </a:p>
        </p:txBody>
      </p:sp>
    </p:spTree>
    <p:extLst>
      <p:ext uri="{BB962C8B-B14F-4D97-AF65-F5344CB8AC3E}">
        <p14:creationId xmlns:p14="http://schemas.microsoft.com/office/powerpoint/2010/main" val="368317857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EF7D-DD82-5655-5CF1-EF9A11127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51789C-4511-02AF-039B-7E55049202BC}"/>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FD89FCA0-9F1E-F056-0579-4A2DD89453C8}"/>
              </a:ext>
            </a:extLst>
          </p:cNvPr>
          <p:cNvSpPr>
            <a:spLocks noGrp="1"/>
          </p:cNvSpPr>
          <p:nvPr>
            <p:ph type="body" idx="1"/>
          </p:nvPr>
        </p:nvSpPr>
        <p:spPr/>
        <p:txBody>
          <a:bodyPr/>
          <a:lstStyle/>
          <a:p>
            <a:r>
              <a:rPr lang="en-US" dirty="0"/>
              <a:t>BRIDGE Pattern</a:t>
            </a:r>
          </a:p>
        </p:txBody>
      </p:sp>
    </p:spTree>
    <p:extLst>
      <p:ext uri="{BB962C8B-B14F-4D97-AF65-F5344CB8AC3E}">
        <p14:creationId xmlns:p14="http://schemas.microsoft.com/office/powerpoint/2010/main" val="395853498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DFE3-A049-4669-E2D8-5E6D2B649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1D881-45DF-F351-8AEC-581A4A91CF50}"/>
              </a:ext>
            </a:extLst>
          </p:cNvPr>
          <p:cNvSpPr>
            <a:spLocks noGrp="1"/>
          </p:cNvSpPr>
          <p:nvPr>
            <p:ph type="title"/>
          </p:nvPr>
        </p:nvSpPr>
        <p:spPr/>
        <p:txBody>
          <a:bodyPr/>
          <a:lstStyle/>
          <a:p>
            <a:r>
              <a:rPr lang="en-US" dirty="0"/>
              <a:t>Implementing The Bridge Pattern in Code</a:t>
            </a:r>
          </a:p>
        </p:txBody>
      </p:sp>
      <p:sp>
        <p:nvSpPr>
          <p:cNvPr id="3" name="Text Placeholder 2">
            <a:extLst>
              <a:ext uri="{FF2B5EF4-FFF2-40B4-BE49-F238E27FC236}">
                <a16:creationId xmlns:a16="http://schemas.microsoft.com/office/drawing/2014/main" id="{E4FD2B9B-4E76-E773-0898-9F950739B56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188750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F623-B19A-3FB9-644B-21B33D24D26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4951B6-464B-DBF6-C5D3-ECC5C3F7E4A7}"/>
              </a:ext>
            </a:extLst>
          </p:cNvPr>
          <p:cNvSpPr>
            <a:spLocks noGrp="1"/>
          </p:cNvSpPr>
          <p:nvPr>
            <p:ph type="title"/>
          </p:nvPr>
        </p:nvSpPr>
        <p:spPr>
          <a:xfrm>
            <a:off x="810986" y="1392695"/>
            <a:ext cx="10131427" cy="1468800"/>
          </a:xfrm>
        </p:spPr>
        <p:txBody>
          <a:bodyPr/>
          <a:lstStyle/>
          <a:p>
            <a:r>
              <a:rPr lang="en-US" dirty="0"/>
              <a:t>Iterator Design Pattern</a:t>
            </a:r>
          </a:p>
        </p:txBody>
      </p:sp>
      <p:sp>
        <p:nvSpPr>
          <p:cNvPr id="5" name="Text Placeholder 4">
            <a:extLst>
              <a:ext uri="{FF2B5EF4-FFF2-40B4-BE49-F238E27FC236}">
                <a16:creationId xmlns:a16="http://schemas.microsoft.com/office/drawing/2014/main" id="{EDBB5FAF-1A3C-A62A-538A-B0317DCFAA7A}"/>
              </a:ext>
            </a:extLst>
          </p:cNvPr>
          <p:cNvSpPr>
            <a:spLocks noGrp="1"/>
          </p:cNvSpPr>
          <p:nvPr>
            <p:ph type="body" idx="1"/>
          </p:nvPr>
        </p:nvSpPr>
        <p:spPr/>
        <p:txBody>
          <a:bodyPr/>
          <a:lstStyle/>
          <a:p>
            <a:r>
              <a:rPr lang="en-US" dirty="0"/>
              <a:t>Generic Lists FTW</a:t>
            </a:r>
          </a:p>
        </p:txBody>
      </p:sp>
    </p:spTree>
    <p:extLst>
      <p:ext uri="{BB962C8B-B14F-4D97-AF65-F5344CB8AC3E}">
        <p14:creationId xmlns:p14="http://schemas.microsoft.com/office/powerpoint/2010/main" val="132714429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1EE2A-2C05-85D5-ADBD-EFCB7343E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BA37C-94D7-9F69-C049-354D8D6E67C4}"/>
              </a:ext>
            </a:extLst>
          </p:cNvPr>
          <p:cNvSpPr>
            <a:spLocks noGrp="1"/>
          </p:cNvSpPr>
          <p:nvPr>
            <p:ph type="title"/>
          </p:nvPr>
        </p:nvSpPr>
        <p:spPr/>
        <p:txBody>
          <a:bodyPr/>
          <a:lstStyle/>
          <a:p>
            <a:r>
              <a:rPr lang="en-US" dirty="0"/>
              <a:t>Iterator problem space</a:t>
            </a:r>
          </a:p>
        </p:txBody>
      </p:sp>
      <p:sp>
        <p:nvSpPr>
          <p:cNvPr id="3" name="Text Placeholder 2">
            <a:extLst>
              <a:ext uri="{FF2B5EF4-FFF2-40B4-BE49-F238E27FC236}">
                <a16:creationId xmlns:a16="http://schemas.microsoft.com/office/drawing/2014/main" id="{228376DB-76CE-B140-D8B2-6CD492E2F30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5722440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5827D-3FC7-A503-9CEE-79FF0B850B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18F8EE2-CB25-52F5-CB6B-09DB8CD69EE9}"/>
              </a:ext>
            </a:extLst>
          </p:cNvPr>
          <p:cNvSpPr>
            <a:spLocks noGrp="1"/>
          </p:cNvSpPr>
          <p:nvPr>
            <p:ph type="title"/>
          </p:nvPr>
        </p:nvSpPr>
        <p:spPr/>
        <p:txBody>
          <a:bodyPr/>
          <a:lstStyle/>
          <a:p>
            <a:r>
              <a:rPr lang="en-US" dirty="0"/>
              <a:t>What problems does Iterator Pattern Help Solve?</a:t>
            </a:r>
          </a:p>
        </p:txBody>
      </p:sp>
      <p:sp>
        <p:nvSpPr>
          <p:cNvPr id="5" name="Content Placeholder 4">
            <a:extLst>
              <a:ext uri="{FF2B5EF4-FFF2-40B4-BE49-F238E27FC236}">
                <a16:creationId xmlns:a16="http://schemas.microsoft.com/office/drawing/2014/main" id="{552A379F-F15B-3B46-F793-943DFECD4C86}"/>
              </a:ext>
            </a:extLst>
          </p:cNvPr>
          <p:cNvSpPr>
            <a:spLocks noGrp="1"/>
          </p:cNvSpPr>
          <p:nvPr>
            <p:ph idx="1"/>
          </p:nvPr>
        </p:nvSpPr>
        <p:spPr/>
        <p:txBody>
          <a:bodyPr/>
          <a:lstStyle/>
          <a:p>
            <a:r>
              <a:rPr lang="en-US" dirty="0"/>
              <a:t>The ability to traverse a collection without knowing its underlying structure.</a:t>
            </a:r>
          </a:p>
          <a:p>
            <a:pPr marL="0" indent="0">
              <a:buNone/>
            </a:pPr>
            <a:endParaRPr lang="en-US" dirty="0"/>
          </a:p>
        </p:txBody>
      </p:sp>
    </p:spTree>
    <p:extLst>
      <p:ext uri="{BB962C8B-B14F-4D97-AF65-F5344CB8AC3E}">
        <p14:creationId xmlns:p14="http://schemas.microsoft.com/office/powerpoint/2010/main" val="55974728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FA5FF-9B03-8ACB-CF8D-2CEC69044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C9E8B-8F7A-858C-9CFD-FE4F7FF3B5CC}"/>
              </a:ext>
            </a:extLst>
          </p:cNvPr>
          <p:cNvSpPr>
            <a:spLocks noGrp="1"/>
          </p:cNvSpPr>
          <p:nvPr>
            <p:ph type="title"/>
          </p:nvPr>
        </p:nvSpPr>
        <p:spPr>
          <a:xfrm>
            <a:off x="685800" y="3139853"/>
            <a:ext cx="10131427" cy="1468800"/>
          </a:xfrm>
        </p:spPr>
        <p:txBody>
          <a:bodyPr/>
          <a:lstStyle/>
          <a:p>
            <a:r>
              <a:rPr lang="en-US" dirty="0"/>
              <a:t>Iterator Pattern Defined</a:t>
            </a:r>
          </a:p>
        </p:txBody>
      </p:sp>
      <p:sp>
        <p:nvSpPr>
          <p:cNvPr id="3" name="Text Placeholder 2">
            <a:extLst>
              <a:ext uri="{FF2B5EF4-FFF2-40B4-BE49-F238E27FC236}">
                <a16:creationId xmlns:a16="http://schemas.microsoft.com/office/drawing/2014/main" id="{28D695CA-3613-6073-0C93-819FB3A720C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693768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C83D4-9316-D43A-01BE-6A63D37E922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4BD2B6-CC94-393F-53F9-B1B286691688}"/>
              </a:ext>
            </a:extLst>
          </p:cNvPr>
          <p:cNvSpPr>
            <a:spLocks noGrp="1"/>
          </p:cNvSpPr>
          <p:nvPr>
            <p:ph type="title"/>
          </p:nvPr>
        </p:nvSpPr>
        <p:spPr/>
        <p:txBody>
          <a:bodyPr/>
          <a:lstStyle/>
          <a:p>
            <a:r>
              <a:rPr lang="en-US" dirty="0"/>
              <a:t>Gang of Four Definition</a:t>
            </a:r>
          </a:p>
        </p:txBody>
      </p:sp>
      <p:sp>
        <p:nvSpPr>
          <p:cNvPr id="6" name="Text Placeholder 5">
            <a:extLst>
              <a:ext uri="{FF2B5EF4-FFF2-40B4-BE49-F238E27FC236}">
                <a16:creationId xmlns:a16="http://schemas.microsoft.com/office/drawing/2014/main" id="{07CDDC9C-2027-1054-F065-879DDA88A3D1}"/>
              </a:ext>
            </a:extLst>
          </p:cNvPr>
          <p:cNvSpPr>
            <a:spLocks noGrp="1"/>
          </p:cNvSpPr>
          <p:nvPr>
            <p:ph type="body" sz="half" idx="2"/>
          </p:nvPr>
        </p:nvSpPr>
        <p:spPr/>
        <p:txBody>
          <a:bodyPr/>
          <a:lstStyle/>
          <a:p>
            <a:r>
              <a:rPr lang="en-US" dirty="0"/>
              <a:t>“Provide a way to access the elements of an aggregate object sequentially without exposing its underlying representation.”</a:t>
            </a:r>
          </a:p>
        </p:txBody>
      </p:sp>
      <p:sp>
        <p:nvSpPr>
          <p:cNvPr id="3" name="Content Placeholder 2">
            <a:extLst>
              <a:ext uri="{FF2B5EF4-FFF2-40B4-BE49-F238E27FC236}">
                <a16:creationId xmlns:a16="http://schemas.microsoft.com/office/drawing/2014/main" id="{1D11A3B8-DBA9-D67B-B7D4-023185CC18D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6980234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C9261D-58E2-562E-1ECE-C4BF265E1AE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117F0C1-BCBB-40C7-99D6-F703E7A4B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1A5D8BC-B41A-4E96-91C4-D60F51622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0D321D5F-FA18-4271-9EAA-0BEA14116B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5" name="Title 4">
            <a:extLst>
              <a:ext uri="{FF2B5EF4-FFF2-40B4-BE49-F238E27FC236}">
                <a16:creationId xmlns:a16="http://schemas.microsoft.com/office/drawing/2014/main" id="{FF3530C3-F23F-6D60-9986-3E32E473343D}"/>
              </a:ext>
            </a:extLst>
          </p:cNvPr>
          <p:cNvSpPr>
            <a:spLocks noGrp="1"/>
          </p:cNvSpPr>
          <p:nvPr>
            <p:ph type="title"/>
          </p:nvPr>
        </p:nvSpPr>
        <p:spPr>
          <a:xfrm>
            <a:off x="718457" y="531278"/>
            <a:ext cx="3211517" cy="5292579"/>
          </a:xfrm>
        </p:spPr>
        <p:txBody>
          <a:bodyPr>
            <a:normAutofit/>
          </a:bodyPr>
          <a:lstStyle/>
          <a:p>
            <a:r>
              <a:rPr lang="en-US">
                <a:solidFill>
                  <a:srgbClr val="FFFFFF"/>
                </a:solidFill>
              </a:rPr>
              <a:t>Attributes of The Iterator Design Pattern</a:t>
            </a:r>
          </a:p>
        </p:txBody>
      </p:sp>
      <p:sp useBgFill="1">
        <p:nvSpPr>
          <p:cNvPr id="18" name="Freeform: Shape 17">
            <a:extLst>
              <a:ext uri="{FF2B5EF4-FFF2-40B4-BE49-F238E27FC236}">
                <a16:creationId xmlns:a16="http://schemas.microsoft.com/office/drawing/2014/main" id="{51287385-D3EA-47A8-A127-6061791AD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4422108" y="0"/>
            <a:ext cx="7769892" cy="6858000"/>
          </a:xfrm>
          <a:custGeom>
            <a:avLst/>
            <a:gdLst>
              <a:gd name="connsiteX0" fmla="*/ 1779516 w 7769892"/>
              <a:gd name="connsiteY0" fmla="*/ 0 h 6837536"/>
              <a:gd name="connsiteX1" fmla="*/ 6454848 w 7769892"/>
              <a:gd name="connsiteY1" fmla="*/ 0 h 6837536"/>
              <a:gd name="connsiteX2" fmla="*/ 6511730 w 7769892"/>
              <a:gd name="connsiteY2" fmla="*/ 37905 h 6837536"/>
              <a:gd name="connsiteX3" fmla="*/ 7769892 w 7769892"/>
              <a:gd name="connsiteY3" fmla="*/ 1486041 h 6837536"/>
              <a:gd name="connsiteX4" fmla="*/ 7769892 w 7769892"/>
              <a:gd name="connsiteY4" fmla="*/ 5281056 h 6837536"/>
              <a:gd name="connsiteX5" fmla="*/ 6353475 w 7769892"/>
              <a:gd name="connsiteY5" fmla="*/ 6837536 h 6837536"/>
              <a:gd name="connsiteX6" fmla="*/ 1882727 w 7769892"/>
              <a:gd name="connsiteY6" fmla="*/ 6837536 h 6837536"/>
              <a:gd name="connsiteX7" fmla="*/ 0 w 7769892"/>
              <a:gd name="connsiteY7" fmla="*/ 3386463 h 6837536"/>
              <a:gd name="connsiteX8" fmla="*/ 1655292 w 7769892"/>
              <a:gd name="connsiteY8" fmla="*/ 88307 h 683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69892" h="6837536">
                <a:moveTo>
                  <a:pt x="1779516" y="0"/>
                </a:moveTo>
                <a:lnTo>
                  <a:pt x="6454848" y="0"/>
                </a:lnTo>
                <a:lnTo>
                  <a:pt x="6511730" y="37905"/>
                </a:lnTo>
                <a:cubicBezTo>
                  <a:pt x="7036410" y="413592"/>
                  <a:pt x="7468976" y="909648"/>
                  <a:pt x="7769892" y="1486041"/>
                </a:cubicBezTo>
                <a:cubicBezTo>
                  <a:pt x="7769892" y="1486041"/>
                  <a:pt x="7769892" y="1486041"/>
                  <a:pt x="7769892" y="5281056"/>
                </a:cubicBezTo>
                <a:cubicBezTo>
                  <a:pt x="7437646" y="5916473"/>
                  <a:pt x="6953850" y="6452788"/>
                  <a:pt x="6353475" y="6837536"/>
                </a:cubicBezTo>
                <a:cubicBezTo>
                  <a:pt x="6353475" y="6837536"/>
                  <a:pt x="6353475" y="6837536"/>
                  <a:pt x="1882727" y="6837536"/>
                </a:cubicBezTo>
                <a:cubicBezTo>
                  <a:pt x="751925" y="6103017"/>
                  <a:pt x="0" y="4832183"/>
                  <a:pt x="0" y="3386463"/>
                </a:cubicBezTo>
                <a:cubicBezTo>
                  <a:pt x="0" y="2036566"/>
                  <a:pt x="651406" y="838748"/>
                  <a:pt x="1655292" y="88307"/>
                </a:cubicBezTo>
                <a:close/>
              </a:path>
            </a:pathLst>
          </a:custGeom>
          <a:ln w="50800" cap="sq" cmpd="dbl">
            <a:noFill/>
            <a:miter lim="800000"/>
          </a:ln>
          <a:effectLst>
            <a:outerShdw blurRad="254000" algn="tl" rotWithShape="0">
              <a:srgbClr val="000000">
                <a:alpha val="43000"/>
              </a:srgbClr>
            </a:outerShdw>
          </a:effectLst>
        </p:spPr>
        <p:txBody>
          <a:bodyPr vert="horz" wrap="square" lIns="91440" tIns="45720" rIns="91440" bIns="45720" rtlCol="0" anchor="t">
            <a:noAutofit/>
          </a:bodyPr>
          <a:lstStyle/>
          <a:p>
            <a:pPr algn="ctr">
              <a:spcAft>
                <a:spcPts val="1000"/>
              </a:spcAft>
              <a:buClr>
                <a:schemeClr val="tx1"/>
              </a:buClr>
              <a:buSzPct val="100000"/>
              <a:buFont typeface="Arial"/>
              <a:buNone/>
            </a:pPr>
            <a:endParaRPr lang="en-US" sz="1600" cap="all"/>
          </a:p>
        </p:txBody>
      </p:sp>
      <p:graphicFrame>
        <p:nvGraphicFramePr>
          <p:cNvPr id="8" name="Content Placeholder 5">
            <a:extLst>
              <a:ext uri="{FF2B5EF4-FFF2-40B4-BE49-F238E27FC236}">
                <a16:creationId xmlns:a16="http://schemas.microsoft.com/office/drawing/2014/main" id="{62A6012D-BBCC-5491-5257-4E4A09A50D39}"/>
              </a:ext>
            </a:extLst>
          </p:cNvPr>
          <p:cNvGraphicFramePr>
            <a:graphicFrameLocks noGrp="1"/>
          </p:cNvGraphicFramePr>
          <p:nvPr>
            <p:ph idx="1"/>
            <p:extLst>
              <p:ext uri="{D42A27DB-BD31-4B8C-83A1-F6EECF244321}">
                <p14:modId xmlns:p14="http://schemas.microsoft.com/office/powerpoint/2010/main" val="3825866090"/>
              </p:ext>
            </p:extLst>
          </p:nvPr>
        </p:nvGraphicFramePr>
        <p:xfrm>
          <a:off x="5617029" y="793820"/>
          <a:ext cx="5741534" cy="5170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35985932"/>
      </p:ext>
    </p:extLst>
  </p:cSld>
  <p:clrMapOvr>
    <a:overrideClrMapping bg1="lt1" tx1="dk1" bg2="lt2" tx2="dk2" accent1="accent1" accent2="accent2" accent3="accent3" accent4="accent4" accent5="accent5" accent6="accent6" hlink="hlink" folHlink="folHlink"/>
  </p:clrMapOvr>
</p:sld>
</file>

<file path=ppt/slides/slide19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a:extLst>
            <a:ext uri="{FF2B5EF4-FFF2-40B4-BE49-F238E27FC236}">
              <a16:creationId xmlns:a16="http://schemas.microsoft.com/office/drawing/2014/main" id="{6D21D0B4-4BE3-92D6-6AB3-1E6C1AF9C3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E53EDA-3B94-4F6B-9E86-D3BB9EBB9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12704C-897E-7C34-B81C-C552116E291C}"/>
              </a:ext>
            </a:extLst>
          </p:cNvPr>
          <p:cNvSpPr>
            <a:spLocks noGrp="1"/>
          </p:cNvSpPr>
          <p:nvPr>
            <p:ph type="title"/>
          </p:nvPr>
        </p:nvSpPr>
        <p:spPr>
          <a:xfrm>
            <a:off x="685799" y="1150076"/>
            <a:ext cx="3659389" cy="4557849"/>
          </a:xfrm>
        </p:spPr>
        <p:txBody>
          <a:bodyPr>
            <a:normAutofit/>
          </a:bodyPr>
          <a:lstStyle/>
          <a:p>
            <a:pPr algn="r"/>
            <a:r>
              <a:rPr lang="en-US" dirty="0"/>
              <a:t>Benefits of a Iterator Design Pattern</a:t>
            </a:r>
            <a:endParaRPr lang="en-US"/>
          </a:p>
        </p:txBody>
      </p:sp>
      <p:cxnSp>
        <p:nvCxnSpPr>
          <p:cNvPr id="10" name="Straight Connector 9">
            <a:extLst>
              <a:ext uri="{FF2B5EF4-FFF2-40B4-BE49-F238E27FC236}">
                <a16:creationId xmlns:a16="http://schemas.microsoft.com/office/drawing/2014/main" id="{30EFD79F-7790-479B-B7DB-BD0D8C101D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66923" y="1668780"/>
            <a:ext cx="0" cy="352044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8ECE80F-EABE-9600-635A-08D8ACCF58DC}"/>
              </a:ext>
            </a:extLst>
          </p:cNvPr>
          <p:cNvSpPr>
            <a:spLocks noGrp="1"/>
          </p:cNvSpPr>
          <p:nvPr>
            <p:ph idx="1"/>
          </p:nvPr>
        </p:nvSpPr>
        <p:spPr>
          <a:xfrm>
            <a:off x="4988658" y="1150076"/>
            <a:ext cx="6517543" cy="4557849"/>
          </a:xfrm>
        </p:spPr>
        <p:txBody>
          <a:bodyPr>
            <a:normAutofit/>
          </a:bodyPr>
          <a:lstStyle/>
          <a:p>
            <a:r>
              <a:rPr lang="en-US" dirty="0"/>
              <a:t>Encapsulation of Aggregate</a:t>
            </a:r>
          </a:p>
          <a:p>
            <a:r>
              <a:rPr lang="en-US" dirty="0"/>
              <a:t>Consistency</a:t>
            </a:r>
          </a:p>
          <a:p>
            <a:r>
              <a:rPr lang="en-US" dirty="0"/>
              <a:t>Improved Functionality of Arrays</a:t>
            </a:r>
          </a:p>
          <a:p>
            <a:r>
              <a:rPr lang="en-US" dirty="0"/>
              <a:t>Safety</a:t>
            </a:r>
          </a:p>
        </p:txBody>
      </p:sp>
    </p:spTree>
    <p:extLst>
      <p:ext uri="{BB962C8B-B14F-4D97-AF65-F5344CB8AC3E}">
        <p14:creationId xmlns:p14="http://schemas.microsoft.com/office/powerpoint/2010/main" val="428800439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1F9B3F5-6F12-528D-F76E-DCED137B364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AAC8963-AF89-4FC1-910B-686E223CD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41BDA784-DB63-4168-8CC9-0DA04775B2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FB92919B-B74D-FE1D-9C84-D012AD1061C7}"/>
              </a:ext>
            </a:extLst>
          </p:cNvPr>
          <p:cNvSpPr>
            <a:spLocks noGrp="1"/>
          </p:cNvSpPr>
          <p:nvPr>
            <p:ph type="title"/>
          </p:nvPr>
        </p:nvSpPr>
        <p:spPr>
          <a:xfrm>
            <a:off x="6774495" y="858043"/>
            <a:ext cx="4042732" cy="5012532"/>
          </a:xfrm>
        </p:spPr>
        <p:txBody>
          <a:bodyPr>
            <a:normAutofit/>
          </a:bodyPr>
          <a:lstStyle/>
          <a:p>
            <a:r>
              <a:rPr lang="en-US" sz="4000">
                <a:solidFill>
                  <a:srgbClr val="FFFFFF"/>
                </a:solidFill>
              </a:rPr>
              <a:t>Down sides of THE Iterator Design Pattern</a:t>
            </a:r>
          </a:p>
        </p:txBody>
      </p:sp>
      <p:sp useBgFill="1">
        <p:nvSpPr>
          <p:cNvPr id="12" name="Freeform: Shape 11">
            <a:extLst>
              <a:ext uri="{FF2B5EF4-FFF2-40B4-BE49-F238E27FC236}">
                <a16:creationId xmlns:a16="http://schemas.microsoft.com/office/drawing/2014/main" id="{23A4F197-86BE-42C9-A95B-A488B7683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342791" cy="6858000"/>
          </a:xfrm>
          <a:custGeom>
            <a:avLst/>
            <a:gdLst>
              <a:gd name="connsiteX0" fmla="*/ 6342791 w 6342791"/>
              <a:gd name="connsiteY0" fmla="*/ 0 h 6858000"/>
              <a:gd name="connsiteX1" fmla="*/ 5297762 w 6342791"/>
              <a:gd name="connsiteY1" fmla="*/ 0 h 6858000"/>
              <a:gd name="connsiteX2" fmla="*/ 4654296 w 6342791"/>
              <a:gd name="connsiteY2" fmla="*/ 0 h 6858000"/>
              <a:gd name="connsiteX3" fmla="*/ 4470448 w 6342791"/>
              <a:gd name="connsiteY3" fmla="*/ 0 h 6858000"/>
              <a:gd name="connsiteX4" fmla="*/ 3926162 w 6342791"/>
              <a:gd name="connsiteY4" fmla="*/ 0 h 6858000"/>
              <a:gd name="connsiteX5" fmla="*/ 0 w 6342791"/>
              <a:gd name="connsiteY5" fmla="*/ 0 h 6858000"/>
              <a:gd name="connsiteX6" fmla="*/ 0 w 6342791"/>
              <a:gd name="connsiteY6" fmla="*/ 70650 h 6858000"/>
              <a:gd name="connsiteX7" fmla="*/ 13678 w 6342791"/>
              <a:gd name="connsiteY7" fmla="*/ 155673 h 6858000"/>
              <a:gd name="connsiteX8" fmla="*/ 37547 w 6342791"/>
              <a:gd name="connsiteY8" fmla="*/ 310664 h 6858000"/>
              <a:gd name="connsiteX9" fmla="*/ 60911 w 6342791"/>
              <a:gd name="connsiteY9" fmla="*/ 466340 h 6858000"/>
              <a:gd name="connsiteX10" fmla="*/ 80914 w 6342791"/>
              <a:gd name="connsiteY10" fmla="*/ 622703 h 6858000"/>
              <a:gd name="connsiteX11" fmla="*/ 101085 w 6342791"/>
              <a:gd name="connsiteY11" fmla="*/ 778379 h 6858000"/>
              <a:gd name="connsiteX12" fmla="*/ 119911 w 6342791"/>
              <a:gd name="connsiteY12" fmla="*/ 934742 h 6858000"/>
              <a:gd name="connsiteX13" fmla="*/ 136047 w 6342791"/>
              <a:gd name="connsiteY13" fmla="*/ 1089047 h 6858000"/>
              <a:gd name="connsiteX14" fmla="*/ 151343 w 6342791"/>
              <a:gd name="connsiteY14" fmla="*/ 1245409 h 6858000"/>
              <a:gd name="connsiteX15" fmla="*/ 165295 w 6342791"/>
              <a:gd name="connsiteY15" fmla="*/ 1401086 h 6858000"/>
              <a:gd name="connsiteX16" fmla="*/ 177397 w 6342791"/>
              <a:gd name="connsiteY16" fmla="*/ 1554019 h 6858000"/>
              <a:gd name="connsiteX17" fmla="*/ 189500 w 6342791"/>
              <a:gd name="connsiteY17" fmla="*/ 1709010 h 6858000"/>
              <a:gd name="connsiteX18" fmla="*/ 199585 w 6342791"/>
              <a:gd name="connsiteY18" fmla="*/ 1861943 h 6858000"/>
              <a:gd name="connsiteX19" fmla="*/ 207485 w 6342791"/>
              <a:gd name="connsiteY19" fmla="*/ 2014877 h 6858000"/>
              <a:gd name="connsiteX20" fmla="*/ 215722 w 6342791"/>
              <a:gd name="connsiteY20" fmla="*/ 2167124 h 6858000"/>
              <a:gd name="connsiteX21" fmla="*/ 222613 w 6342791"/>
              <a:gd name="connsiteY21" fmla="*/ 2318000 h 6858000"/>
              <a:gd name="connsiteX22" fmla="*/ 227488 w 6342791"/>
              <a:gd name="connsiteY22" fmla="*/ 2467505 h 6858000"/>
              <a:gd name="connsiteX23" fmla="*/ 231690 w 6342791"/>
              <a:gd name="connsiteY23" fmla="*/ 2617009 h 6858000"/>
              <a:gd name="connsiteX24" fmla="*/ 235724 w 6342791"/>
              <a:gd name="connsiteY24" fmla="*/ 2765142 h 6858000"/>
              <a:gd name="connsiteX25" fmla="*/ 237573 w 6342791"/>
              <a:gd name="connsiteY25" fmla="*/ 2911217 h 6858000"/>
              <a:gd name="connsiteX26" fmla="*/ 239590 w 6342791"/>
              <a:gd name="connsiteY26" fmla="*/ 3057293 h 6858000"/>
              <a:gd name="connsiteX27" fmla="*/ 240599 w 6342791"/>
              <a:gd name="connsiteY27" fmla="*/ 3201311 h 6858000"/>
              <a:gd name="connsiteX28" fmla="*/ 239590 w 6342791"/>
              <a:gd name="connsiteY28" fmla="*/ 3343957 h 6858000"/>
              <a:gd name="connsiteX29" fmla="*/ 239590 w 6342791"/>
              <a:gd name="connsiteY29" fmla="*/ 3485232 h 6858000"/>
              <a:gd name="connsiteX30" fmla="*/ 237573 w 6342791"/>
              <a:gd name="connsiteY30" fmla="*/ 3625135 h 6858000"/>
              <a:gd name="connsiteX31" fmla="*/ 234548 w 6342791"/>
              <a:gd name="connsiteY31" fmla="*/ 3762295 h 6858000"/>
              <a:gd name="connsiteX32" fmla="*/ 231690 w 6342791"/>
              <a:gd name="connsiteY32" fmla="*/ 3898083 h 6858000"/>
              <a:gd name="connsiteX33" fmla="*/ 228496 w 6342791"/>
              <a:gd name="connsiteY33" fmla="*/ 4031129 h 6858000"/>
              <a:gd name="connsiteX34" fmla="*/ 223622 w 6342791"/>
              <a:gd name="connsiteY34" fmla="*/ 4163488 h 6858000"/>
              <a:gd name="connsiteX35" fmla="*/ 218411 w 6342791"/>
              <a:gd name="connsiteY35" fmla="*/ 4293789 h 6858000"/>
              <a:gd name="connsiteX36" fmla="*/ 213705 w 6342791"/>
              <a:gd name="connsiteY36" fmla="*/ 4421348 h 6858000"/>
              <a:gd name="connsiteX37" fmla="*/ 200425 w 6342791"/>
              <a:gd name="connsiteY37" fmla="*/ 4670294 h 6858000"/>
              <a:gd name="connsiteX38" fmla="*/ 186306 w 6342791"/>
              <a:gd name="connsiteY38" fmla="*/ 4908952 h 6858000"/>
              <a:gd name="connsiteX39" fmla="*/ 171514 w 6342791"/>
              <a:gd name="connsiteY39" fmla="*/ 5138009 h 6858000"/>
              <a:gd name="connsiteX40" fmla="*/ 155209 w 6342791"/>
              <a:gd name="connsiteY40" fmla="*/ 5354722 h 6858000"/>
              <a:gd name="connsiteX41" fmla="*/ 138232 w 6342791"/>
              <a:gd name="connsiteY41" fmla="*/ 5561834 h 6858000"/>
              <a:gd name="connsiteX42" fmla="*/ 119911 w 6342791"/>
              <a:gd name="connsiteY42" fmla="*/ 5753858 h 6858000"/>
              <a:gd name="connsiteX43" fmla="*/ 101925 w 6342791"/>
              <a:gd name="connsiteY43" fmla="*/ 5934223 h 6858000"/>
              <a:gd name="connsiteX44" fmla="*/ 83940 w 6342791"/>
              <a:gd name="connsiteY44" fmla="*/ 6100187 h 6858000"/>
              <a:gd name="connsiteX45" fmla="*/ 66963 w 6342791"/>
              <a:gd name="connsiteY45" fmla="*/ 6252434 h 6858000"/>
              <a:gd name="connsiteX46" fmla="*/ 50826 w 6342791"/>
              <a:gd name="connsiteY46" fmla="*/ 6387537 h 6858000"/>
              <a:gd name="connsiteX47" fmla="*/ 35530 w 6342791"/>
              <a:gd name="connsiteY47" fmla="*/ 6509609 h 6858000"/>
              <a:gd name="connsiteX48" fmla="*/ 22755 w 6342791"/>
              <a:gd name="connsiteY48" fmla="*/ 6612479 h 6858000"/>
              <a:gd name="connsiteX49" fmla="*/ 10653 w 6342791"/>
              <a:gd name="connsiteY49" fmla="*/ 6698890 h 6858000"/>
              <a:gd name="connsiteX50" fmla="*/ 0 w 6342791"/>
              <a:gd name="connsiteY50" fmla="*/ 6771890 h 6858000"/>
              <a:gd name="connsiteX51" fmla="*/ 0 w 6342791"/>
              <a:gd name="connsiteY51" fmla="*/ 6858000 h 6858000"/>
              <a:gd name="connsiteX52" fmla="*/ 3926162 w 6342791"/>
              <a:gd name="connsiteY52" fmla="*/ 6858000 h 6858000"/>
              <a:gd name="connsiteX53" fmla="*/ 4470448 w 6342791"/>
              <a:gd name="connsiteY53" fmla="*/ 6858000 h 6858000"/>
              <a:gd name="connsiteX54" fmla="*/ 4654296 w 6342791"/>
              <a:gd name="connsiteY54" fmla="*/ 6858000 h 6858000"/>
              <a:gd name="connsiteX55" fmla="*/ 5297762 w 6342791"/>
              <a:gd name="connsiteY55" fmla="*/ 6858000 h 6858000"/>
              <a:gd name="connsiteX56" fmla="*/ 6342791 w 6342791"/>
              <a:gd name="connsiteY5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6342791" h="6858000">
                <a:moveTo>
                  <a:pt x="6342791" y="0"/>
                </a:moveTo>
                <a:lnTo>
                  <a:pt x="5297762" y="0"/>
                </a:lnTo>
                <a:lnTo>
                  <a:pt x="4654296" y="0"/>
                </a:lnTo>
                <a:lnTo>
                  <a:pt x="4470448" y="0"/>
                </a:lnTo>
                <a:lnTo>
                  <a:pt x="3926162" y="0"/>
                </a:lnTo>
                <a:lnTo>
                  <a:pt x="0" y="0"/>
                </a:lnTo>
                <a:lnTo>
                  <a:pt x="0" y="70650"/>
                </a:lnTo>
                <a:lnTo>
                  <a:pt x="13678" y="155673"/>
                </a:lnTo>
                <a:lnTo>
                  <a:pt x="37547" y="310664"/>
                </a:lnTo>
                <a:lnTo>
                  <a:pt x="60911" y="466340"/>
                </a:lnTo>
                <a:lnTo>
                  <a:pt x="80914" y="622703"/>
                </a:lnTo>
                <a:lnTo>
                  <a:pt x="101085" y="778379"/>
                </a:lnTo>
                <a:lnTo>
                  <a:pt x="119911" y="934742"/>
                </a:lnTo>
                <a:lnTo>
                  <a:pt x="136047" y="1089047"/>
                </a:lnTo>
                <a:lnTo>
                  <a:pt x="151343" y="1245409"/>
                </a:lnTo>
                <a:lnTo>
                  <a:pt x="165295" y="1401086"/>
                </a:lnTo>
                <a:lnTo>
                  <a:pt x="177397" y="1554019"/>
                </a:lnTo>
                <a:lnTo>
                  <a:pt x="189500" y="1709010"/>
                </a:lnTo>
                <a:lnTo>
                  <a:pt x="199585" y="1861943"/>
                </a:lnTo>
                <a:lnTo>
                  <a:pt x="207485" y="2014877"/>
                </a:lnTo>
                <a:lnTo>
                  <a:pt x="215722" y="2167124"/>
                </a:lnTo>
                <a:lnTo>
                  <a:pt x="222613" y="2318000"/>
                </a:lnTo>
                <a:lnTo>
                  <a:pt x="227488" y="2467505"/>
                </a:lnTo>
                <a:lnTo>
                  <a:pt x="231690" y="2617009"/>
                </a:lnTo>
                <a:lnTo>
                  <a:pt x="235724" y="2765142"/>
                </a:lnTo>
                <a:lnTo>
                  <a:pt x="237573" y="2911217"/>
                </a:lnTo>
                <a:lnTo>
                  <a:pt x="239590" y="3057293"/>
                </a:lnTo>
                <a:lnTo>
                  <a:pt x="240599" y="3201311"/>
                </a:lnTo>
                <a:lnTo>
                  <a:pt x="239590" y="3343957"/>
                </a:lnTo>
                <a:lnTo>
                  <a:pt x="239590" y="3485232"/>
                </a:lnTo>
                <a:lnTo>
                  <a:pt x="237573" y="3625135"/>
                </a:lnTo>
                <a:lnTo>
                  <a:pt x="234548" y="3762295"/>
                </a:lnTo>
                <a:lnTo>
                  <a:pt x="231690" y="3898083"/>
                </a:lnTo>
                <a:lnTo>
                  <a:pt x="228496" y="4031129"/>
                </a:lnTo>
                <a:lnTo>
                  <a:pt x="223622" y="4163488"/>
                </a:lnTo>
                <a:lnTo>
                  <a:pt x="218411" y="4293789"/>
                </a:lnTo>
                <a:lnTo>
                  <a:pt x="213705" y="4421348"/>
                </a:lnTo>
                <a:lnTo>
                  <a:pt x="200425" y="4670294"/>
                </a:lnTo>
                <a:lnTo>
                  <a:pt x="186306" y="4908952"/>
                </a:lnTo>
                <a:lnTo>
                  <a:pt x="171514" y="5138009"/>
                </a:lnTo>
                <a:lnTo>
                  <a:pt x="155209" y="5354722"/>
                </a:lnTo>
                <a:lnTo>
                  <a:pt x="138232" y="5561834"/>
                </a:lnTo>
                <a:lnTo>
                  <a:pt x="119911" y="5753858"/>
                </a:lnTo>
                <a:lnTo>
                  <a:pt x="101925" y="5934223"/>
                </a:lnTo>
                <a:lnTo>
                  <a:pt x="83940" y="6100187"/>
                </a:lnTo>
                <a:lnTo>
                  <a:pt x="66963" y="6252434"/>
                </a:lnTo>
                <a:lnTo>
                  <a:pt x="50826" y="6387537"/>
                </a:lnTo>
                <a:lnTo>
                  <a:pt x="35530" y="6509609"/>
                </a:lnTo>
                <a:lnTo>
                  <a:pt x="22755" y="6612479"/>
                </a:lnTo>
                <a:lnTo>
                  <a:pt x="10653" y="6698890"/>
                </a:lnTo>
                <a:lnTo>
                  <a:pt x="0" y="6771890"/>
                </a:lnTo>
                <a:lnTo>
                  <a:pt x="0" y="6858000"/>
                </a:lnTo>
                <a:lnTo>
                  <a:pt x="3926162" y="6858000"/>
                </a:lnTo>
                <a:lnTo>
                  <a:pt x="4470448" y="6858000"/>
                </a:lnTo>
                <a:lnTo>
                  <a:pt x="4654296" y="6858000"/>
                </a:lnTo>
                <a:lnTo>
                  <a:pt x="5297762" y="6858000"/>
                </a:lnTo>
                <a:lnTo>
                  <a:pt x="6342791"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CF8A47C-C6DE-D314-0B03-CAB08034C1CD}"/>
              </a:ext>
            </a:extLst>
          </p:cNvPr>
          <p:cNvSpPr>
            <a:spLocks noGrp="1"/>
          </p:cNvSpPr>
          <p:nvPr>
            <p:ph idx="1"/>
          </p:nvPr>
        </p:nvSpPr>
        <p:spPr>
          <a:xfrm>
            <a:off x="685802" y="858043"/>
            <a:ext cx="4749752" cy="4933157"/>
          </a:xfrm>
        </p:spPr>
        <p:txBody>
          <a:bodyPr>
            <a:normAutofit/>
          </a:bodyPr>
          <a:lstStyle/>
          <a:p>
            <a:pPr rtl="0">
              <a:buFont typeface="Arial" panose="020B0604020202020204" pitchFamily="34" charset="0"/>
              <a:buChar char="•"/>
            </a:pPr>
            <a:r>
              <a:rPr lang="en-US">
                <a:solidFill>
                  <a:schemeClr val="tx1">
                    <a:lumMod val="85000"/>
                    <a:lumOff val="15000"/>
                  </a:schemeClr>
                </a:solidFill>
              </a:rPr>
              <a:t>Likely Unnecessary in modern C#</a:t>
            </a:r>
          </a:p>
          <a:p>
            <a:pPr rtl="0">
              <a:buFont typeface="Arial" panose="020B0604020202020204" pitchFamily="34" charset="0"/>
              <a:buChar char="•"/>
            </a:pPr>
            <a:r>
              <a:rPr lang="en-US">
                <a:solidFill>
                  <a:schemeClr val="tx1">
                    <a:lumMod val="85000"/>
                    <a:lumOff val="15000"/>
                  </a:schemeClr>
                </a:solidFill>
              </a:rPr>
              <a:t>Generics and Link to objects fill this roll very effectively.</a:t>
            </a:r>
          </a:p>
        </p:txBody>
      </p:sp>
    </p:spTree>
    <p:extLst>
      <p:ext uri="{BB962C8B-B14F-4D97-AF65-F5344CB8AC3E}">
        <p14:creationId xmlns:p14="http://schemas.microsoft.com/office/powerpoint/2010/main" val="3397575832"/>
      </p:ext>
    </p:extLst>
  </p:cSld>
  <p:clrMapOvr>
    <a:overrideClrMapping bg1="lt1" tx1="dk1" bg2="lt2" tx2="dk2" accent1="accent1" accent2="accent2" accent3="accent3" accent4="accent4" accent5="accent5" accent6="accent6" hlink="hlink" folHlink="folHlink"/>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BB364-1CEC-F526-A556-0028BDFC5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4160C-803F-180C-1C3E-0F391489A514}"/>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238A08A2-C207-FA00-164F-E4F05881F346}"/>
              </a:ext>
            </a:extLst>
          </p:cNvPr>
          <p:cNvSpPr>
            <a:spLocks noGrp="1"/>
          </p:cNvSpPr>
          <p:nvPr>
            <p:ph type="body" idx="1"/>
          </p:nvPr>
        </p:nvSpPr>
        <p:spPr/>
        <p:txBody>
          <a:bodyPr/>
          <a:lstStyle/>
          <a:p>
            <a:r>
              <a:rPr lang="en-US" dirty="0"/>
              <a:t>Iterator</a:t>
            </a:r>
          </a:p>
        </p:txBody>
      </p:sp>
    </p:spTree>
    <p:extLst>
      <p:ext uri="{BB962C8B-B14F-4D97-AF65-F5344CB8AC3E}">
        <p14:creationId xmlns:p14="http://schemas.microsoft.com/office/powerpoint/2010/main" val="132820115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AA163C-59F8-F729-EE6B-6A420AC4A1C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4" name="Title 3">
            <a:extLst>
              <a:ext uri="{FF2B5EF4-FFF2-40B4-BE49-F238E27FC236}">
                <a16:creationId xmlns:a16="http://schemas.microsoft.com/office/drawing/2014/main" id="{821CCDB3-D48C-C8DD-D89D-8A2DF8E97D18}"/>
              </a:ext>
            </a:extLst>
          </p:cNvPr>
          <p:cNvSpPr>
            <a:spLocks noGrp="1"/>
          </p:cNvSpPr>
          <p:nvPr>
            <p:ph type="title"/>
          </p:nvPr>
        </p:nvSpPr>
        <p:spPr>
          <a:xfrm>
            <a:off x="685801" y="643466"/>
            <a:ext cx="3351530" cy="4995333"/>
          </a:xfrm>
        </p:spPr>
        <p:txBody>
          <a:bodyPr>
            <a:normAutofit/>
          </a:bodyPr>
          <a:lstStyle/>
          <a:p>
            <a:r>
              <a:rPr lang="en-US">
                <a:solidFill>
                  <a:srgbClr val="FFFFFF"/>
                </a:solidFill>
              </a:rPr>
              <a:t>BRIDGE pattern and S.O.L.I.D.</a:t>
            </a:r>
          </a:p>
        </p:txBody>
      </p:sp>
      <p:sp useBgFill="1">
        <p:nvSpPr>
          <p:cNvPr id="17" name="Rectangle 16">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4">
            <a:extLst>
              <a:ext uri="{FF2B5EF4-FFF2-40B4-BE49-F238E27FC236}">
                <a16:creationId xmlns:a16="http://schemas.microsoft.com/office/drawing/2014/main" id="{0DAC7CF8-3995-9274-8DCF-24590F6C8A7C}"/>
              </a:ext>
            </a:extLst>
          </p:cNvPr>
          <p:cNvGraphicFramePr>
            <a:graphicFrameLocks noGrp="1"/>
          </p:cNvGraphicFramePr>
          <p:nvPr>
            <p:ph idx="1"/>
            <p:extLst>
              <p:ext uri="{D42A27DB-BD31-4B8C-83A1-F6EECF244321}">
                <p14:modId xmlns:p14="http://schemas.microsoft.com/office/powerpoint/2010/main" val="1533873472"/>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32372802"/>
      </p:ext>
    </p:extLst>
  </p:cSld>
  <p:clrMapOvr>
    <a:overrideClrMapping bg1="lt1" tx1="dk1" bg2="lt2" tx2="dk2" accent1="accent1" accent2="accent2" accent3="accent3" accent4="accent4" accent5="accent5" accent6="accent6" hlink="hlink" folHlink="folHlink"/>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CE91B-CA72-0451-03F9-64AEFE49C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F3AAE-5880-6944-202B-8D1E4A3C01BA}"/>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095637D2-0ED0-05E1-E548-1DB163C1BDD3}"/>
              </a:ext>
            </a:extLst>
          </p:cNvPr>
          <p:cNvSpPr>
            <a:spLocks noGrp="1"/>
          </p:cNvSpPr>
          <p:nvPr>
            <p:ph type="body" idx="1"/>
          </p:nvPr>
        </p:nvSpPr>
        <p:spPr>
          <a:xfrm>
            <a:off x="685799" y="4624981"/>
            <a:ext cx="10131428" cy="860400"/>
          </a:xfrm>
        </p:spPr>
        <p:txBody>
          <a:bodyPr/>
          <a:lstStyle/>
          <a:p>
            <a:r>
              <a:rPr lang="en-US" dirty="0"/>
              <a:t>Iterator pattern</a:t>
            </a:r>
          </a:p>
        </p:txBody>
      </p:sp>
    </p:spTree>
    <p:extLst>
      <p:ext uri="{BB962C8B-B14F-4D97-AF65-F5344CB8AC3E}">
        <p14:creationId xmlns:p14="http://schemas.microsoft.com/office/powerpoint/2010/main" val="184258023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4D41B-B22A-8782-2CC8-C7990C4301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E97EB-D73B-4444-0678-C0CDDDCD918C}"/>
              </a:ext>
            </a:extLst>
          </p:cNvPr>
          <p:cNvSpPr>
            <a:spLocks noGrp="1"/>
          </p:cNvSpPr>
          <p:nvPr>
            <p:ph type="title"/>
          </p:nvPr>
        </p:nvSpPr>
        <p:spPr/>
        <p:txBody>
          <a:bodyPr/>
          <a:lstStyle/>
          <a:p>
            <a:r>
              <a:rPr lang="en-US" dirty="0"/>
              <a:t>What are some Scenarios where The Iterator Pattern Might be Useful? </a:t>
            </a:r>
          </a:p>
        </p:txBody>
      </p:sp>
      <p:sp>
        <p:nvSpPr>
          <p:cNvPr id="3" name="Text Placeholder 2">
            <a:extLst>
              <a:ext uri="{FF2B5EF4-FFF2-40B4-BE49-F238E27FC236}">
                <a16:creationId xmlns:a16="http://schemas.microsoft.com/office/drawing/2014/main" id="{D03593AD-2B57-5711-5A4A-31ECB9BAC3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5178951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856C5-35BE-B29C-B24B-46656FFF48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5DD4DDF-E0AD-0CF0-4D18-1B13F4403992}"/>
              </a:ext>
            </a:extLst>
          </p:cNvPr>
          <p:cNvSpPr>
            <a:spLocks noGrp="1"/>
          </p:cNvSpPr>
          <p:nvPr>
            <p:ph type="title"/>
          </p:nvPr>
        </p:nvSpPr>
        <p:spPr/>
        <p:txBody>
          <a:bodyPr/>
          <a:lstStyle/>
          <a:p>
            <a:r>
              <a:rPr lang="en-US" dirty="0"/>
              <a:t>Scenarios where The Iterator pattern is often Used</a:t>
            </a:r>
          </a:p>
        </p:txBody>
      </p:sp>
      <p:sp>
        <p:nvSpPr>
          <p:cNvPr id="5" name="Content Placeholder 4">
            <a:extLst>
              <a:ext uri="{FF2B5EF4-FFF2-40B4-BE49-F238E27FC236}">
                <a16:creationId xmlns:a16="http://schemas.microsoft.com/office/drawing/2014/main" id="{317D7BBB-383F-3582-2B06-BF9FB1E9C6CF}"/>
              </a:ext>
            </a:extLst>
          </p:cNvPr>
          <p:cNvSpPr>
            <a:spLocks noGrp="1"/>
          </p:cNvSpPr>
          <p:nvPr>
            <p:ph idx="1"/>
          </p:nvPr>
        </p:nvSpPr>
        <p:spPr/>
        <p:txBody>
          <a:bodyPr/>
          <a:lstStyle/>
          <a:p>
            <a:r>
              <a:rPr lang="en-US" dirty="0"/>
              <a:t>File System Navigation</a:t>
            </a:r>
          </a:p>
          <a:p>
            <a:r>
              <a:rPr lang="en-US" dirty="0"/>
              <a:t>Database Results Sets</a:t>
            </a:r>
          </a:p>
          <a:p>
            <a:r>
              <a:rPr lang="en-US" dirty="0"/>
              <a:t>Social Media Feeds</a:t>
            </a:r>
          </a:p>
          <a:p>
            <a:r>
              <a:rPr lang="en-US" dirty="0"/>
              <a:t>Network packets</a:t>
            </a:r>
          </a:p>
        </p:txBody>
      </p:sp>
    </p:spTree>
    <p:extLst>
      <p:ext uri="{BB962C8B-B14F-4D97-AF65-F5344CB8AC3E}">
        <p14:creationId xmlns:p14="http://schemas.microsoft.com/office/powerpoint/2010/main" val="134421502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59B7C-744F-C85F-CB3C-A6A704CAF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64F5E-65D2-ECBD-C6AA-34E257E88D19}"/>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729D5144-3C87-0943-F33F-587333CE4340}"/>
              </a:ext>
            </a:extLst>
          </p:cNvPr>
          <p:cNvSpPr>
            <a:spLocks noGrp="1"/>
          </p:cNvSpPr>
          <p:nvPr>
            <p:ph type="body" idx="1"/>
          </p:nvPr>
        </p:nvSpPr>
        <p:spPr/>
        <p:txBody>
          <a:bodyPr/>
          <a:lstStyle/>
          <a:p>
            <a:r>
              <a:rPr lang="en-US" dirty="0"/>
              <a:t>Iterator Pattern</a:t>
            </a:r>
          </a:p>
        </p:txBody>
      </p:sp>
    </p:spTree>
    <p:extLst>
      <p:ext uri="{BB962C8B-B14F-4D97-AF65-F5344CB8AC3E}">
        <p14:creationId xmlns:p14="http://schemas.microsoft.com/office/powerpoint/2010/main" val="106352151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320DB-96B6-AFEC-2F11-EDE34C4C8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40B49-F7A5-5E91-CF49-230FCFEAF38C}"/>
              </a:ext>
            </a:extLst>
          </p:cNvPr>
          <p:cNvSpPr>
            <a:spLocks noGrp="1"/>
          </p:cNvSpPr>
          <p:nvPr>
            <p:ph type="title"/>
          </p:nvPr>
        </p:nvSpPr>
        <p:spPr/>
        <p:txBody>
          <a:bodyPr/>
          <a:lstStyle/>
          <a:p>
            <a:r>
              <a:rPr lang="en-US" dirty="0"/>
              <a:t>Implementing The Iterator Pattern in Code</a:t>
            </a:r>
          </a:p>
        </p:txBody>
      </p:sp>
      <p:sp>
        <p:nvSpPr>
          <p:cNvPr id="3" name="Text Placeholder 2">
            <a:extLst>
              <a:ext uri="{FF2B5EF4-FFF2-40B4-BE49-F238E27FC236}">
                <a16:creationId xmlns:a16="http://schemas.microsoft.com/office/drawing/2014/main" id="{C0626911-B521-02AF-4B5A-B1D3FC726EB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1848970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63C1A-B97B-B70F-2F3D-40BC8FE3B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1DD78-4F9F-AB39-9470-F017DCB43A4E}"/>
              </a:ext>
            </a:extLst>
          </p:cNvPr>
          <p:cNvSpPr>
            <a:spLocks noGrp="1"/>
          </p:cNvSpPr>
          <p:nvPr>
            <p:ph type="ctrTitle"/>
          </p:nvPr>
        </p:nvSpPr>
        <p:spPr/>
        <p:txBody>
          <a:bodyPr/>
          <a:lstStyle/>
          <a:p>
            <a:r>
              <a:rPr lang="en-US" dirty="0"/>
              <a:t>Week 7</a:t>
            </a:r>
          </a:p>
        </p:txBody>
      </p:sp>
      <p:sp>
        <p:nvSpPr>
          <p:cNvPr id="3" name="Subtitle 2">
            <a:extLst>
              <a:ext uri="{FF2B5EF4-FFF2-40B4-BE49-F238E27FC236}">
                <a16:creationId xmlns:a16="http://schemas.microsoft.com/office/drawing/2014/main" id="{8C59FA89-D269-D5E1-22D9-258A2FEDB71F}"/>
              </a:ext>
            </a:extLst>
          </p:cNvPr>
          <p:cNvSpPr>
            <a:spLocks noGrp="1"/>
          </p:cNvSpPr>
          <p:nvPr>
            <p:ph type="subTitle" idx="1"/>
          </p:nvPr>
        </p:nvSpPr>
        <p:spPr/>
        <p:txBody>
          <a:bodyPr/>
          <a:lstStyle/>
          <a:p>
            <a:r>
              <a:rPr lang="en-US" dirty="0"/>
              <a:t>Proxy, Flyweight, Decorator, and Mediator </a:t>
            </a:r>
          </a:p>
        </p:txBody>
      </p:sp>
    </p:spTree>
    <p:extLst>
      <p:ext uri="{BB962C8B-B14F-4D97-AF65-F5344CB8AC3E}">
        <p14:creationId xmlns:p14="http://schemas.microsoft.com/office/powerpoint/2010/main" val="1179874927"/>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ECA4E-1623-BF57-F988-6D689FFF8F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2AD4A0-05EA-9F9A-9330-8E5D8E88316E}"/>
              </a:ext>
            </a:extLst>
          </p:cNvPr>
          <p:cNvSpPr>
            <a:spLocks noGrp="1"/>
          </p:cNvSpPr>
          <p:nvPr>
            <p:ph type="title"/>
          </p:nvPr>
        </p:nvSpPr>
        <p:spPr>
          <a:xfrm>
            <a:off x="810986" y="1392695"/>
            <a:ext cx="10131427" cy="1468800"/>
          </a:xfrm>
        </p:spPr>
        <p:txBody>
          <a:bodyPr/>
          <a:lstStyle/>
          <a:p>
            <a:r>
              <a:rPr lang="en-US" dirty="0"/>
              <a:t>Proxy Design Pattern</a:t>
            </a:r>
          </a:p>
        </p:txBody>
      </p:sp>
      <p:sp>
        <p:nvSpPr>
          <p:cNvPr id="5" name="Text Placeholder 4">
            <a:extLst>
              <a:ext uri="{FF2B5EF4-FFF2-40B4-BE49-F238E27FC236}">
                <a16:creationId xmlns:a16="http://schemas.microsoft.com/office/drawing/2014/main" id="{AA066365-27A6-4B78-8025-39743492DC82}"/>
              </a:ext>
            </a:extLst>
          </p:cNvPr>
          <p:cNvSpPr>
            <a:spLocks noGrp="1"/>
          </p:cNvSpPr>
          <p:nvPr>
            <p:ph type="body" idx="1"/>
          </p:nvPr>
        </p:nvSpPr>
        <p:spPr/>
        <p:txBody>
          <a:bodyPr/>
          <a:lstStyle/>
          <a:p>
            <a:r>
              <a:rPr lang="en-US" dirty="0"/>
              <a:t>Making Stuff act like other stuff</a:t>
            </a:r>
          </a:p>
        </p:txBody>
      </p:sp>
    </p:spTree>
    <p:extLst>
      <p:ext uri="{BB962C8B-B14F-4D97-AF65-F5344CB8AC3E}">
        <p14:creationId xmlns:p14="http://schemas.microsoft.com/office/powerpoint/2010/main" val="5236883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F1847-6695-0510-7BF1-DDFCDE085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629E7-26EF-AA9C-FA85-80525283042A}"/>
              </a:ext>
            </a:extLst>
          </p:cNvPr>
          <p:cNvSpPr>
            <a:spLocks noGrp="1"/>
          </p:cNvSpPr>
          <p:nvPr>
            <p:ph type="title"/>
          </p:nvPr>
        </p:nvSpPr>
        <p:spPr/>
        <p:txBody>
          <a:bodyPr/>
          <a:lstStyle/>
          <a:p>
            <a:r>
              <a:rPr lang="en-US" dirty="0"/>
              <a:t>Proxy problem space</a:t>
            </a:r>
          </a:p>
        </p:txBody>
      </p:sp>
      <p:sp>
        <p:nvSpPr>
          <p:cNvPr id="3" name="Text Placeholder 2">
            <a:extLst>
              <a:ext uri="{FF2B5EF4-FFF2-40B4-BE49-F238E27FC236}">
                <a16:creationId xmlns:a16="http://schemas.microsoft.com/office/drawing/2014/main" id="{ABCDC39C-CBD2-9E91-4D61-7EFE0899E55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4279308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D2BD4-7BF7-4040-FD57-04B221D011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354C4A-775F-7223-C6B6-32D6C0CC4A06}"/>
              </a:ext>
            </a:extLst>
          </p:cNvPr>
          <p:cNvSpPr>
            <a:spLocks noGrp="1"/>
          </p:cNvSpPr>
          <p:nvPr>
            <p:ph type="title"/>
          </p:nvPr>
        </p:nvSpPr>
        <p:spPr/>
        <p:txBody>
          <a:bodyPr/>
          <a:lstStyle/>
          <a:p>
            <a:r>
              <a:rPr lang="en-US" dirty="0"/>
              <a:t>What problems does Proxy Pattern Help Solve?</a:t>
            </a:r>
          </a:p>
        </p:txBody>
      </p:sp>
      <p:sp>
        <p:nvSpPr>
          <p:cNvPr id="5" name="Content Placeholder 4">
            <a:extLst>
              <a:ext uri="{FF2B5EF4-FFF2-40B4-BE49-F238E27FC236}">
                <a16:creationId xmlns:a16="http://schemas.microsoft.com/office/drawing/2014/main" id="{D88EAD5A-2148-C932-39ED-D3CC2456BA76}"/>
              </a:ext>
            </a:extLst>
          </p:cNvPr>
          <p:cNvSpPr>
            <a:spLocks noGrp="1"/>
          </p:cNvSpPr>
          <p:nvPr>
            <p:ph idx="1"/>
          </p:nvPr>
        </p:nvSpPr>
        <p:spPr/>
        <p:txBody>
          <a:bodyPr/>
          <a:lstStyle/>
          <a:p>
            <a:r>
              <a:rPr lang="en-US" dirty="0"/>
              <a:t>Accessing complex backend logic from the presentation layer.</a:t>
            </a:r>
          </a:p>
          <a:p>
            <a:r>
              <a:rPr lang="en-US" dirty="0"/>
              <a:t>User Interface and backend are developed separately.</a:t>
            </a:r>
          </a:p>
          <a:p>
            <a:endParaRPr lang="en-US" dirty="0"/>
          </a:p>
        </p:txBody>
      </p:sp>
    </p:spTree>
    <p:extLst>
      <p:ext uri="{BB962C8B-B14F-4D97-AF65-F5344CB8AC3E}">
        <p14:creationId xmlns:p14="http://schemas.microsoft.com/office/powerpoint/2010/main" val="329678383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4CCD6-9119-822E-ABA4-25B1B8C3B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1422D-7B1B-0B78-9BB3-63D0FCCEA14C}"/>
              </a:ext>
            </a:extLst>
          </p:cNvPr>
          <p:cNvSpPr>
            <a:spLocks noGrp="1"/>
          </p:cNvSpPr>
          <p:nvPr>
            <p:ph type="title"/>
          </p:nvPr>
        </p:nvSpPr>
        <p:spPr>
          <a:xfrm>
            <a:off x="685800" y="3139853"/>
            <a:ext cx="10131427" cy="1468800"/>
          </a:xfrm>
        </p:spPr>
        <p:txBody>
          <a:bodyPr/>
          <a:lstStyle/>
          <a:p>
            <a:r>
              <a:rPr lang="en-US" dirty="0"/>
              <a:t>Proxy Pattern Defined</a:t>
            </a:r>
          </a:p>
        </p:txBody>
      </p:sp>
      <p:sp>
        <p:nvSpPr>
          <p:cNvPr id="3" name="Text Placeholder 2">
            <a:extLst>
              <a:ext uri="{FF2B5EF4-FFF2-40B4-BE49-F238E27FC236}">
                <a16:creationId xmlns:a16="http://schemas.microsoft.com/office/drawing/2014/main" id="{89BF5CDB-CE07-0A42-B026-CD17EBB500B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8385467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FC616-4691-E88C-715E-86965E2612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11B567-9941-000D-EC83-E80D2B5B1083}"/>
              </a:ext>
            </a:extLst>
          </p:cNvPr>
          <p:cNvSpPr>
            <a:spLocks noGrp="1"/>
          </p:cNvSpPr>
          <p:nvPr>
            <p:ph type="title"/>
          </p:nvPr>
        </p:nvSpPr>
        <p:spPr/>
        <p:txBody>
          <a:bodyPr/>
          <a:lstStyle/>
          <a:p>
            <a:r>
              <a:rPr lang="en-US" dirty="0"/>
              <a:t>Definition</a:t>
            </a:r>
          </a:p>
        </p:txBody>
      </p:sp>
      <p:sp>
        <p:nvSpPr>
          <p:cNvPr id="6" name="Text Placeholder 5">
            <a:extLst>
              <a:ext uri="{FF2B5EF4-FFF2-40B4-BE49-F238E27FC236}">
                <a16:creationId xmlns:a16="http://schemas.microsoft.com/office/drawing/2014/main" id="{AB092030-3F50-2D93-DE47-3F01DE941454}"/>
              </a:ext>
            </a:extLst>
          </p:cNvPr>
          <p:cNvSpPr>
            <a:spLocks noGrp="1"/>
          </p:cNvSpPr>
          <p:nvPr>
            <p:ph type="body" sz="half" idx="2"/>
          </p:nvPr>
        </p:nvSpPr>
        <p:spPr/>
        <p:txBody>
          <a:bodyPr/>
          <a:lstStyle/>
          <a:p>
            <a:r>
              <a:rPr lang="en-US" dirty="0"/>
              <a:t>“</a:t>
            </a:r>
            <a:r>
              <a:rPr lang="en-US" dirty="0">
                <a:solidFill>
                  <a:srgbClr val="FFFFFF"/>
                </a:solidFill>
                <a:latin typeface="Nunito" pitchFamily="2" charset="0"/>
              </a:rPr>
              <a:t>Provide a surrogate or placeholder for another object to control access to it.”</a:t>
            </a:r>
            <a:endParaRPr lang="en-US" dirty="0"/>
          </a:p>
        </p:txBody>
      </p:sp>
      <p:sp>
        <p:nvSpPr>
          <p:cNvPr id="3" name="Content Placeholder 2">
            <a:extLst>
              <a:ext uri="{FF2B5EF4-FFF2-40B4-BE49-F238E27FC236}">
                <a16:creationId xmlns:a16="http://schemas.microsoft.com/office/drawing/2014/main" id="{86CC7111-B388-06F5-32E6-CA66175E40D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1483714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32BE2-FA7F-FE01-F3D6-C31C4A4980A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52021C5-B885-5A5B-BFBC-B0ABFB3033DA}"/>
              </a:ext>
            </a:extLst>
          </p:cNvPr>
          <p:cNvSpPr>
            <a:spLocks noGrp="1"/>
          </p:cNvSpPr>
          <p:nvPr>
            <p:ph type="title"/>
          </p:nvPr>
        </p:nvSpPr>
        <p:spPr/>
        <p:txBody>
          <a:bodyPr/>
          <a:lstStyle/>
          <a:p>
            <a:r>
              <a:rPr lang="en-US" dirty="0"/>
              <a:t>Elements of a Proxy Design Pattern</a:t>
            </a:r>
          </a:p>
        </p:txBody>
      </p:sp>
      <p:sp>
        <p:nvSpPr>
          <p:cNvPr id="6" name="Content Placeholder 5">
            <a:extLst>
              <a:ext uri="{FF2B5EF4-FFF2-40B4-BE49-F238E27FC236}">
                <a16:creationId xmlns:a16="http://schemas.microsoft.com/office/drawing/2014/main" id="{C7CA14A5-7447-6972-C613-65C0EBEAEC5F}"/>
              </a:ext>
            </a:extLst>
          </p:cNvPr>
          <p:cNvSpPr>
            <a:spLocks noGrp="1"/>
          </p:cNvSpPr>
          <p:nvPr>
            <p:ph idx="1"/>
          </p:nvPr>
        </p:nvSpPr>
        <p:spPr/>
        <p:txBody>
          <a:bodyPr/>
          <a:lstStyle/>
          <a:p>
            <a:pPr rtl="0"/>
            <a:r>
              <a:rPr lang="en-US" b="1" dirty="0"/>
              <a:t>Subject</a:t>
            </a:r>
            <a:r>
              <a:rPr lang="en-US" dirty="0"/>
              <a:t>: The object called to request behavior.</a:t>
            </a:r>
          </a:p>
          <a:p>
            <a:pPr rtl="0"/>
            <a:r>
              <a:rPr lang="en-US" dirty="0"/>
              <a:t>Real Subject:  The actual object that contains the data.</a:t>
            </a:r>
          </a:p>
          <a:p>
            <a:pPr rtl="0"/>
            <a:r>
              <a:rPr lang="en-US" dirty="0"/>
              <a:t>Proxy: The object that stands in place of the Real Subject.</a:t>
            </a:r>
          </a:p>
        </p:txBody>
      </p:sp>
    </p:spTree>
    <p:extLst>
      <p:ext uri="{BB962C8B-B14F-4D97-AF65-F5344CB8AC3E}">
        <p14:creationId xmlns:p14="http://schemas.microsoft.com/office/powerpoint/2010/main" val="218336590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17588-EA9B-E31F-71B4-C09CF3D51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DA9DE-4C8A-DA8F-6D6F-BB67A4FD1852}"/>
              </a:ext>
            </a:extLst>
          </p:cNvPr>
          <p:cNvSpPr>
            <a:spLocks noGrp="1"/>
          </p:cNvSpPr>
          <p:nvPr>
            <p:ph type="title"/>
          </p:nvPr>
        </p:nvSpPr>
        <p:spPr/>
        <p:txBody>
          <a:bodyPr/>
          <a:lstStyle/>
          <a:p>
            <a:r>
              <a:rPr lang="en-US" dirty="0"/>
              <a:t>Benefits of a Proxy Design Pattern</a:t>
            </a:r>
          </a:p>
        </p:txBody>
      </p:sp>
      <p:sp>
        <p:nvSpPr>
          <p:cNvPr id="3" name="Content Placeholder 2">
            <a:extLst>
              <a:ext uri="{FF2B5EF4-FFF2-40B4-BE49-F238E27FC236}">
                <a16:creationId xmlns:a16="http://schemas.microsoft.com/office/drawing/2014/main" id="{F9AAF20E-A556-42D8-0B5E-8C9F77158272}"/>
              </a:ext>
            </a:extLst>
          </p:cNvPr>
          <p:cNvSpPr>
            <a:spLocks noGrp="1"/>
          </p:cNvSpPr>
          <p:nvPr>
            <p:ph idx="1"/>
          </p:nvPr>
        </p:nvSpPr>
        <p:spPr/>
        <p:txBody>
          <a:bodyPr/>
          <a:lstStyle/>
          <a:p>
            <a:pPr rtl="0"/>
            <a:r>
              <a:rPr lang="en-US" b="1" dirty="0"/>
              <a:t>Can greatly reduce the amount of time high intensity processes take to return.</a:t>
            </a:r>
          </a:p>
          <a:p>
            <a:pPr rtl="0"/>
            <a:r>
              <a:rPr lang="en-US" b="1" dirty="0"/>
              <a:t>Helps control access</a:t>
            </a:r>
          </a:p>
          <a:p>
            <a:pPr rtl="0"/>
            <a:r>
              <a:rPr lang="en-US" b="1" dirty="0"/>
              <a:t>Allows Interchangeability</a:t>
            </a:r>
            <a:endParaRPr lang="en-US" dirty="0"/>
          </a:p>
          <a:p>
            <a:pPr marL="0" indent="0">
              <a:buNone/>
            </a:pPr>
            <a:r>
              <a:rPr lang="en-US" dirty="0"/>
              <a:t>.</a:t>
            </a:r>
          </a:p>
        </p:txBody>
      </p:sp>
    </p:spTree>
    <p:extLst>
      <p:ext uri="{BB962C8B-B14F-4D97-AF65-F5344CB8AC3E}">
        <p14:creationId xmlns:p14="http://schemas.microsoft.com/office/powerpoint/2010/main" val="257082800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FBE93-07EF-AF23-0449-87031B6FE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210CD-AF14-73BD-0D0F-0DF9C5E658D9}"/>
              </a:ext>
            </a:extLst>
          </p:cNvPr>
          <p:cNvSpPr>
            <a:spLocks noGrp="1"/>
          </p:cNvSpPr>
          <p:nvPr>
            <p:ph type="title"/>
          </p:nvPr>
        </p:nvSpPr>
        <p:spPr/>
        <p:txBody>
          <a:bodyPr/>
          <a:lstStyle/>
          <a:p>
            <a:r>
              <a:rPr lang="en-US" dirty="0"/>
              <a:t>Down sides of A Proxy Design Pattern</a:t>
            </a:r>
          </a:p>
        </p:txBody>
      </p:sp>
      <p:sp>
        <p:nvSpPr>
          <p:cNvPr id="3" name="Content Placeholder 2">
            <a:extLst>
              <a:ext uri="{FF2B5EF4-FFF2-40B4-BE49-F238E27FC236}">
                <a16:creationId xmlns:a16="http://schemas.microsoft.com/office/drawing/2014/main" id="{B8946DD2-514A-8D7C-D8E6-1753E21E5DFE}"/>
              </a:ext>
            </a:extLst>
          </p:cNvPr>
          <p:cNvSpPr>
            <a:spLocks noGrp="1"/>
          </p:cNvSpPr>
          <p:nvPr>
            <p:ph idx="1"/>
          </p:nvPr>
        </p:nvSpPr>
        <p:spPr/>
        <p:txBody>
          <a:bodyPr/>
          <a:lstStyle/>
          <a:p>
            <a:pPr rtl="0">
              <a:buFont typeface="Arial" panose="020B0604020202020204" pitchFamily="34" charset="0"/>
              <a:buChar char="•"/>
            </a:pPr>
            <a:r>
              <a:rPr lang="en-US" b="1" dirty="0"/>
              <a:t>Cache may be out of date.</a:t>
            </a:r>
          </a:p>
          <a:p>
            <a:pPr rtl="0">
              <a:buFont typeface="Arial" panose="020B0604020202020204" pitchFamily="34" charset="0"/>
              <a:buChar char="•"/>
            </a:pPr>
            <a:r>
              <a:rPr lang="en-US" b="1" dirty="0"/>
              <a:t>Don’t really get the benefit if you update too frequently.</a:t>
            </a:r>
            <a:endParaRPr lang="en-US" dirty="0"/>
          </a:p>
        </p:txBody>
      </p:sp>
    </p:spTree>
    <p:extLst>
      <p:ext uri="{BB962C8B-B14F-4D97-AF65-F5344CB8AC3E}">
        <p14:creationId xmlns:p14="http://schemas.microsoft.com/office/powerpoint/2010/main" val="110057614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67E49-05D9-3658-2E5C-BABE9BBDC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2FC38-2426-8847-446A-661DD43F9A82}"/>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4D8E19DB-613F-6139-575B-A25E83A45273}"/>
              </a:ext>
            </a:extLst>
          </p:cNvPr>
          <p:cNvSpPr>
            <a:spLocks noGrp="1"/>
          </p:cNvSpPr>
          <p:nvPr>
            <p:ph type="body" idx="1"/>
          </p:nvPr>
        </p:nvSpPr>
        <p:spPr/>
        <p:txBody>
          <a:bodyPr/>
          <a:lstStyle/>
          <a:p>
            <a:r>
              <a:rPr lang="en-US" dirty="0"/>
              <a:t>Proxy</a:t>
            </a:r>
          </a:p>
        </p:txBody>
      </p:sp>
    </p:spTree>
    <p:extLst>
      <p:ext uri="{BB962C8B-B14F-4D97-AF65-F5344CB8AC3E}">
        <p14:creationId xmlns:p14="http://schemas.microsoft.com/office/powerpoint/2010/main" val="222949966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B2A89-B6D1-BA10-BE65-730052D6D1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A4C9BC-B8E0-4024-7AFA-DEA2D8CE2B85}"/>
              </a:ext>
            </a:extLst>
          </p:cNvPr>
          <p:cNvSpPr>
            <a:spLocks noGrp="1"/>
          </p:cNvSpPr>
          <p:nvPr>
            <p:ph type="title"/>
          </p:nvPr>
        </p:nvSpPr>
        <p:spPr/>
        <p:txBody>
          <a:bodyPr/>
          <a:lstStyle/>
          <a:p>
            <a:r>
              <a:rPr lang="en-US" dirty="0"/>
              <a:t>Proxy pattern and S.O.L.I.D.</a:t>
            </a:r>
          </a:p>
        </p:txBody>
      </p:sp>
      <p:sp>
        <p:nvSpPr>
          <p:cNvPr id="5" name="Content Placeholder 4">
            <a:extLst>
              <a:ext uri="{FF2B5EF4-FFF2-40B4-BE49-F238E27FC236}">
                <a16:creationId xmlns:a16="http://schemas.microsoft.com/office/drawing/2014/main" id="{DA4E4CA4-E6A6-FF68-657C-68901148B96C}"/>
              </a:ext>
            </a:extLst>
          </p:cNvPr>
          <p:cNvSpPr>
            <a:spLocks noGrp="1"/>
          </p:cNvSpPr>
          <p:nvPr>
            <p:ph idx="1"/>
          </p:nvPr>
        </p:nvSpPr>
        <p:spPr/>
        <p:txBody>
          <a:bodyPr/>
          <a:lstStyle/>
          <a:p>
            <a:r>
              <a:rPr lang="en-US" dirty="0"/>
              <a:t>S.  Delegates the behavior of should we get data from the source of the data.</a:t>
            </a:r>
          </a:p>
          <a:p>
            <a:r>
              <a:rPr lang="en-US" dirty="0"/>
              <a:t>O. Proxies can be interchanged to function differently.</a:t>
            </a:r>
          </a:p>
          <a:p>
            <a:r>
              <a:rPr lang="en-US" dirty="0"/>
              <a:t>L. Proxies must be the same as the source or they don’t work.</a:t>
            </a:r>
          </a:p>
          <a:p>
            <a:r>
              <a:rPr lang="en-US" dirty="0"/>
              <a:t>I.  Promotes the use of small specific interfaces to interact with big processes.</a:t>
            </a:r>
          </a:p>
          <a:p>
            <a:r>
              <a:rPr lang="en-US" dirty="0"/>
              <a:t>D.  The proxy needs an interface injected to work with the real source.</a:t>
            </a:r>
          </a:p>
        </p:txBody>
      </p:sp>
    </p:spTree>
    <p:extLst>
      <p:ext uri="{BB962C8B-B14F-4D97-AF65-F5344CB8AC3E}">
        <p14:creationId xmlns:p14="http://schemas.microsoft.com/office/powerpoint/2010/main" val="346226539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35C8B-69CD-7A9C-26DA-31BBA32A7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E77CC-8597-214B-867B-45332DE6D40D}"/>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62E21760-D7A8-804A-B3AF-8CD4CF111E6F}"/>
              </a:ext>
            </a:extLst>
          </p:cNvPr>
          <p:cNvSpPr>
            <a:spLocks noGrp="1"/>
          </p:cNvSpPr>
          <p:nvPr>
            <p:ph type="body" idx="1"/>
          </p:nvPr>
        </p:nvSpPr>
        <p:spPr>
          <a:xfrm>
            <a:off x="685799" y="4624981"/>
            <a:ext cx="10131428" cy="860400"/>
          </a:xfrm>
        </p:spPr>
        <p:txBody>
          <a:bodyPr/>
          <a:lstStyle/>
          <a:p>
            <a:r>
              <a:rPr lang="en-US" dirty="0"/>
              <a:t>Proxy pattern</a:t>
            </a:r>
          </a:p>
        </p:txBody>
      </p:sp>
    </p:spTree>
    <p:extLst>
      <p:ext uri="{BB962C8B-B14F-4D97-AF65-F5344CB8AC3E}">
        <p14:creationId xmlns:p14="http://schemas.microsoft.com/office/powerpoint/2010/main" val="318206616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F5B52-055D-BEB4-5C82-7E72DF1E2B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361BB-D038-2D16-D74F-7B5165D37A26}"/>
              </a:ext>
            </a:extLst>
          </p:cNvPr>
          <p:cNvSpPr>
            <a:spLocks noGrp="1"/>
          </p:cNvSpPr>
          <p:nvPr>
            <p:ph type="title"/>
          </p:nvPr>
        </p:nvSpPr>
        <p:spPr/>
        <p:txBody>
          <a:bodyPr/>
          <a:lstStyle/>
          <a:p>
            <a:r>
              <a:rPr lang="en-US" dirty="0"/>
              <a:t>What are some Scenarios where The Proxy Pattern Might be Useful? </a:t>
            </a:r>
          </a:p>
        </p:txBody>
      </p:sp>
      <p:sp>
        <p:nvSpPr>
          <p:cNvPr id="3" name="Text Placeholder 2">
            <a:extLst>
              <a:ext uri="{FF2B5EF4-FFF2-40B4-BE49-F238E27FC236}">
                <a16:creationId xmlns:a16="http://schemas.microsoft.com/office/drawing/2014/main" id="{0214364C-F423-6184-319F-486E4E9BC19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7995437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1BDE9-B385-9C82-C1A7-4176A1FAA6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D9FED36-7A89-158F-2A41-4CF3385B7070}"/>
              </a:ext>
            </a:extLst>
          </p:cNvPr>
          <p:cNvSpPr>
            <a:spLocks noGrp="1"/>
          </p:cNvSpPr>
          <p:nvPr>
            <p:ph type="title"/>
          </p:nvPr>
        </p:nvSpPr>
        <p:spPr/>
        <p:txBody>
          <a:bodyPr/>
          <a:lstStyle/>
          <a:p>
            <a:r>
              <a:rPr lang="en-US" dirty="0"/>
              <a:t>Scenarios where The Proxy pattern is often Used</a:t>
            </a:r>
          </a:p>
        </p:txBody>
      </p:sp>
      <p:sp>
        <p:nvSpPr>
          <p:cNvPr id="5" name="Content Placeholder 4">
            <a:extLst>
              <a:ext uri="{FF2B5EF4-FFF2-40B4-BE49-F238E27FC236}">
                <a16:creationId xmlns:a16="http://schemas.microsoft.com/office/drawing/2014/main" id="{7FC99E19-02D1-8BDE-21B7-F972630FAE48}"/>
              </a:ext>
            </a:extLst>
          </p:cNvPr>
          <p:cNvSpPr>
            <a:spLocks noGrp="1"/>
          </p:cNvSpPr>
          <p:nvPr>
            <p:ph idx="1"/>
          </p:nvPr>
        </p:nvSpPr>
        <p:spPr/>
        <p:txBody>
          <a:bodyPr/>
          <a:lstStyle/>
          <a:p>
            <a:pPr rtl="0">
              <a:buFont typeface="Arial" panose="020B0604020202020204" pitchFamily="34" charset="0"/>
              <a:buChar char="•"/>
            </a:pPr>
            <a:r>
              <a:rPr lang="en-US" dirty="0"/>
              <a:t>Content Delivery Network (CDN)</a:t>
            </a:r>
          </a:p>
          <a:p>
            <a:pPr rtl="0">
              <a:buFont typeface="Arial" panose="020B0604020202020204" pitchFamily="34" charset="0"/>
              <a:buChar char="•"/>
            </a:pPr>
            <a:r>
              <a:rPr lang="en-US" dirty="0"/>
              <a:t>Web Browsers</a:t>
            </a:r>
          </a:p>
          <a:p>
            <a:pPr rtl="0">
              <a:buFont typeface="Arial" panose="020B0604020202020204" pitchFamily="34" charset="0"/>
              <a:buChar char="•"/>
            </a:pPr>
            <a:r>
              <a:rPr lang="en-US" dirty="0"/>
              <a:t>Secured Internet</a:t>
            </a:r>
          </a:p>
          <a:p>
            <a:pPr marL="0" indent="0">
              <a:buNone/>
            </a:pPr>
            <a:endParaRPr lang="en-US" dirty="0"/>
          </a:p>
        </p:txBody>
      </p:sp>
    </p:spTree>
    <p:extLst>
      <p:ext uri="{BB962C8B-B14F-4D97-AF65-F5344CB8AC3E}">
        <p14:creationId xmlns:p14="http://schemas.microsoft.com/office/powerpoint/2010/main" val="22343841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F8405-4BDA-570D-1E71-7E10414F4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A6183-BD4E-D2BA-4478-3A7D6AA8F9C9}"/>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A93D6259-3832-177F-54AE-0C46E421641D}"/>
              </a:ext>
            </a:extLst>
          </p:cNvPr>
          <p:cNvSpPr>
            <a:spLocks noGrp="1"/>
          </p:cNvSpPr>
          <p:nvPr>
            <p:ph type="body" idx="1"/>
          </p:nvPr>
        </p:nvSpPr>
        <p:spPr/>
        <p:txBody>
          <a:bodyPr/>
          <a:lstStyle/>
          <a:p>
            <a:r>
              <a:rPr lang="en-US" dirty="0"/>
              <a:t>Proxy Pattern</a:t>
            </a:r>
          </a:p>
        </p:txBody>
      </p:sp>
    </p:spTree>
    <p:extLst>
      <p:ext uri="{BB962C8B-B14F-4D97-AF65-F5344CB8AC3E}">
        <p14:creationId xmlns:p14="http://schemas.microsoft.com/office/powerpoint/2010/main" val="82779416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C4398-666F-AD27-99D2-17BCFA7BE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1C63C-D52C-6195-ABD6-F835D098083A}"/>
              </a:ext>
            </a:extLst>
          </p:cNvPr>
          <p:cNvSpPr>
            <a:spLocks noGrp="1"/>
          </p:cNvSpPr>
          <p:nvPr>
            <p:ph type="title"/>
          </p:nvPr>
        </p:nvSpPr>
        <p:spPr/>
        <p:txBody>
          <a:bodyPr/>
          <a:lstStyle/>
          <a:p>
            <a:r>
              <a:rPr lang="en-US" dirty="0"/>
              <a:t>Implementing a Proxy Pattern in Code</a:t>
            </a:r>
          </a:p>
        </p:txBody>
      </p:sp>
      <p:sp>
        <p:nvSpPr>
          <p:cNvPr id="3" name="Text Placeholder 2">
            <a:extLst>
              <a:ext uri="{FF2B5EF4-FFF2-40B4-BE49-F238E27FC236}">
                <a16:creationId xmlns:a16="http://schemas.microsoft.com/office/drawing/2014/main" id="{24E570FE-BCE5-F536-E2F5-1B17C203AB1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9885852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55A5-8C23-094D-FDD9-F8E7F93D0C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4D3A39-EE7F-16F0-04AD-3708CF3D84E7}"/>
              </a:ext>
            </a:extLst>
          </p:cNvPr>
          <p:cNvSpPr>
            <a:spLocks noGrp="1"/>
          </p:cNvSpPr>
          <p:nvPr>
            <p:ph type="title"/>
          </p:nvPr>
        </p:nvSpPr>
        <p:spPr>
          <a:xfrm>
            <a:off x="810986" y="1392695"/>
            <a:ext cx="10131427" cy="1468800"/>
          </a:xfrm>
        </p:spPr>
        <p:txBody>
          <a:bodyPr/>
          <a:lstStyle/>
          <a:p>
            <a:r>
              <a:rPr lang="en-US" dirty="0"/>
              <a:t>Flyweight Design Pattern</a:t>
            </a:r>
          </a:p>
        </p:txBody>
      </p:sp>
      <p:sp>
        <p:nvSpPr>
          <p:cNvPr id="5" name="Text Placeholder 4">
            <a:extLst>
              <a:ext uri="{FF2B5EF4-FFF2-40B4-BE49-F238E27FC236}">
                <a16:creationId xmlns:a16="http://schemas.microsoft.com/office/drawing/2014/main" id="{BC6471E5-BD87-391F-C92C-05330095F87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4927125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D91A6-ABB0-C4FE-8572-D12993299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8092E-33EC-24A6-46A8-A1B7C002E53A}"/>
              </a:ext>
            </a:extLst>
          </p:cNvPr>
          <p:cNvSpPr>
            <a:spLocks noGrp="1"/>
          </p:cNvSpPr>
          <p:nvPr>
            <p:ph type="title"/>
          </p:nvPr>
        </p:nvSpPr>
        <p:spPr/>
        <p:txBody>
          <a:bodyPr/>
          <a:lstStyle/>
          <a:p>
            <a:r>
              <a:rPr lang="en-US" dirty="0"/>
              <a:t>Flyweight problem space</a:t>
            </a:r>
          </a:p>
        </p:txBody>
      </p:sp>
      <p:sp>
        <p:nvSpPr>
          <p:cNvPr id="3" name="Text Placeholder 2">
            <a:extLst>
              <a:ext uri="{FF2B5EF4-FFF2-40B4-BE49-F238E27FC236}">
                <a16:creationId xmlns:a16="http://schemas.microsoft.com/office/drawing/2014/main" id="{AED4AF10-01D3-D657-FAF3-4EDC6A3C361C}"/>
              </a:ext>
            </a:extLst>
          </p:cNvPr>
          <p:cNvSpPr>
            <a:spLocks noGrp="1"/>
          </p:cNvSpPr>
          <p:nvPr>
            <p:ph type="body" idx="1"/>
          </p:nvPr>
        </p:nvSpPr>
        <p:spPr/>
        <p:txBody>
          <a:bodyPr/>
          <a:lstStyle/>
          <a:p>
            <a:r>
              <a:rPr lang="en-US" dirty="0"/>
              <a:t>Share the Stuff</a:t>
            </a:r>
          </a:p>
        </p:txBody>
      </p:sp>
    </p:spTree>
    <p:extLst>
      <p:ext uri="{BB962C8B-B14F-4D97-AF65-F5344CB8AC3E}">
        <p14:creationId xmlns:p14="http://schemas.microsoft.com/office/powerpoint/2010/main" val="366173015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1A130-E6C4-59AD-C4D9-A7C29A1A5F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72D18E7-77C0-3E5D-2C44-90D2121D90F1}"/>
              </a:ext>
            </a:extLst>
          </p:cNvPr>
          <p:cNvSpPr>
            <a:spLocks noGrp="1"/>
          </p:cNvSpPr>
          <p:nvPr>
            <p:ph type="title"/>
          </p:nvPr>
        </p:nvSpPr>
        <p:spPr/>
        <p:txBody>
          <a:bodyPr/>
          <a:lstStyle/>
          <a:p>
            <a:r>
              <a:rPr lang="en-US" dirty="0"/>
              <a:t>What problems does Flyweight Pattern Help Solve?</a:t>
            </a:r>
          </a:p>
        </p:txBody>
      </p:sp>
      <p:sp>
        <p:nvSpPr>
          <p:cNvPr id="5" name="Content Placeholder 4">
            <a:extLst>
              <a:ext uri="{FF2B5EF4-FFF2-40B4-BE49-F238E27FC236}">
                <a16:creationId xmlns:a16="http://schemas.microsoft.com/office/drawing/2014/main" id="{BECB8D3A-1059-0F8D-F0FE-F0D89FF17454}"/>
              </a:ext>
            </a:extLst>
          </p:cNvPr>
          <p:cNvSpPr>
            <a:spLocks noGrp="1"/>
          </p:cNvSpPr>
          <p:nvPr>
            <p:ph idx="1"/>
          </p:nvPr>
        </p:nvSpPr>
        <p:spPr/>
        <p:txBody>
          <a:bodyPr/>
          <a:lstStyle/>
          <a:p>
            <a:r>
              <a:rPr lang="en-US" dirty="0"/>
              <a:t>Using many instances of an object while keeping code running Smoothly.</a:t>
            </a:r>
          </a:p>
        </p:txBody>
      </p:sp>
    </p:spTree>
    <p:extLst>
      <p:ext uri="{BB962C8B-B14F-4D97-AF65-F5344CB8AC3E}">
        <p14:creationId xmlns:p14="http://schemas.microsoft.com/office/powerpoint/2010/main" val="23389095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E561B-AC76-3B0A-D4D3-95C27FC71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0C94E-2B78-A22C-AF74-90F9E4702A65}"/>
              </a:ext>
            </a:extLst>
          </p:cNvPr>
          <p:cNvSpPr>
            <a:spLocks noGrp="1"/>
          </p:cNvSpPr>
          <p:nvPr>
            <p:ph type="title"/>
          </p:nvPr>
        </p:nvSpPr>
        <p:spPr>
          <a:xfrm>
            <a:off x="685800" y="3139853"/>
            <a:ext cx="10131427" cy="1468800"/>
          </a:xfrm>
        </p:spPr>
        <p:txBody>
          <a:bodyPr/>
          <a:lstStyle/>
          <a:p>
            <a:r>
              <a:rPr lang="en-US" dirty="0"/>
              <a:t>Flyweight Pattern Defined</a:t>
            </a:r>
          </a:p>
        </p:txBody>
      </p:sp>
      <p:sp>
        <p:nvSpPr>
          <p:cNvPr id="3" name="Text Placeholder 2">
            <a:extLst>
              <a:ext uri="{FF2B5EF4-FFF2-40B4-BE49-F238E27FC236}">
                <a16:creationId xmlns:a16="http://schemas.microsoft.com/office/drawing/2014/main" id="{13454724-7F87-58F8-88C3-50C0D7F23A0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7258103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04B6D-6D09-6772-53BF-6D46739DC5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6B2008-4AEC-27F0-D935-DD6FE1BB0C2C}"/>
              </a:ext>
            </a:extLst>
          </p:cNvPr>
          <p:cNvSpPr>
            <a:spLocks noGrp="1"/>
          </p:cNvSpPr>
          <p:nvPr>
            <p:ph type="title"/>
          </p:nvPr>
        </p:nvSpPr>
        <p:spPr/>
        <p:txBody>
          <a:bodyPr/>
          <a:lstStyle/>
          <a:p>
            <a:r>
              <a:rPr lang="en-US" dirty="0"/>
              <a:t>Definition</a:t>
            </a:r>
          </a:p>
        </p:txBody>
      </p:sp>
      <p:sp>
        <p:nvSpPr>
          <p:cNvPr id="6" name="Text Placeholder 5">
            <a:extLst>
              <a:ext uri="{FF2B5EF4-FFF2-40B4-BE49-F238E27FC236}">
                <a16:creationId xmlns:a16="http://schemas.microsoft.com/office/drawing/2014/main" id="{97C2FDBF-3A77-5B01-6511-FBE9EA98C1D0}"/>
              </a:ext>
            </a:extLst>
          </p:cNvPr>
          <p:cNvSpPr>
            <a:spLocks noGrp="1"/>
          </p:cNvSpPr>
          <p:nvPr>
            <p:ph type="body" sz="half" idx="2"/>
          </p:nvPr>
        </p:nvSpPr>
        <p:spPr/>
        <p:txBody>
          <a:bodyPr>
            <a:normAutofit/>
          </a:bodyPr>
          <a:lstStyle/>
          <a:p>
            <a:r>
              <a:rPr lang="en-US" dirty="0"/>
              <a:t>“</a:t>
            </a:r>
            <a:r>
              <a:rPr lang="en-US" b="0" i="0" dirty="0">
                <a:solidFill>
                  <a:srgbClr val="FFFFFF"/>
                </a:solidFill>
                <a:effectLst/>
                <a:latin typeface="Nunito" panose="020F0502020204030204" pitchFamily="2" charset="0"/>
              </a:rPr>
              <a:t>Use sharing to support large numbers of fine-grained objects </a:t>
            </a:r>
            <a:r>
              <a:rPr lang="en-US" b="0" i="0" dirty="0" err="1">
                <a:solidFill>
                  <a:srgbClr val="FFFFFF"/>
                </a:solidFill>
                <a:effectLst/>
                <a:latin typeface="Nunito" panose="020F0502020204030204" pitchFamily="2" charset="0"/>
              </a:rPr>
              <a:t>efficently</a:t>
            </a:r>
            <a:r>
              <a:rPr lang="en-US" b="0" i="0" dirty="0">
                <a:solidFill>
                  <a:srgbClr val="FFFFFF"/>
                </a:solidFill>
                <a:effectLst/>
                <a:latin typeface="Nunito" panose="020F0502020204030204" pitchFamily="2" charset="0"/>
              </a:rPr>
              <a:t>.</a:t>
            </a:r>
            <a:r>
              <a:rPr lang="en-US" dirty="0"/>
              <a:t>”</a:t>
            </a:r>
          </a:p>
        </p:txBody>
      </p:sp>
      <p:sp>
        <p:nvSpPr>
          <p:cNvPr id="3" name="Content Placeholder 2">
            <a:extLst>
              <a:ext uri="{FF2B5EF4-FFF2-40B4-BE49-F238E27FC236}">
                <a16:creationId xmlns:a16="http://schemas.microsoft.com/office/drawing/2014/main" id="{DB261D0A-344B-A15C-3DD0-29C2AF35D87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3525266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35E6A-D648-6C7E-C596-DFC9CC3409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8AB026-A5E6-4EDD-436F-E9AF024442D9}"/>
              </a:ext>
            </a:extLst>
          </p:cNvPr>
          <p:cNvSpPr>
            <a:spLocks noGrp="1"/>
          </p:cNvSpPr>
          <p:nvPr>
            <p:ph type="title"/>
          </p:nvPr>
        </p:nvSpPr>
        <p:spPr/>
        <p:txBody>
          <a:bodyPr/>
          <a:lstStyle/>
          <a:p>
            <a:r>
              <a:rPr lang="en-US" dirty="0"/>
              <a:t>Elements of a Flyweight Design Pattern</a:t>
            </a:r>
          </a:p>
        </p:txBody>
      </p:sp>
      <p:sp>
        <p:nvSpPr>
          <p:cNvPr id="6" name="Content Placeholder 5">
            <a:extLst>
              <a:ext uri="{FF2B5EF4-FFF2-40B4-BE49-F238E27FC236}">
                <a16:creationId xmlns:a16="http://schemas.microsoft.com/office/drawing/2014/main" id="{1E425E70-0E36-3416-6339-58E05DDCA38A}"/>
              </a:ext>
            </a:extLst>
          </p:cNvPr>
          <p:cNvSpPr>
            <a:spLocks noGrp="1"/>
          </p:cNvSpPr>
          <p:nvPr>
            <p:ph idx="1"/>
          </p:nvPr>
        </p:nvSpPr>
        <p:spPr/>
        <p:txBody>
          <a:bodyPr/>
          <a:lstStyle/>
          <a:p>
            <a:pPr rtl="0"/>
            <a:r>
              <a:rPr lang="en-US" b="1" dirty="0"/>
              <a:t>Flyweight Interface: represents the objects to be shared.</a:t>
            </a:r>
          </a:p>
          <a:p>
            <a:pPr rtl="0"/>
            <a:r>
              <a:rPr lang="en-US" b="1" dirty="0"/>
              <a:t>Concrete Flyweight:  Implements and shares Intrinsic State</a:t>
            </a:r>
          </a:p>
          <a:p>
            <a:pPr rtl="0"/>
            <a:r>
              <a:rPr lang="en-US" b="1" dirty="0"/>
              <a:t>Flyweight Factory:  Manages a pool of Flyweight objects in a way that maximizes reuse.</a:t>
            </a:r>
          </a:p>
          <a:p>
            <a:pPr rtl="0"/>
            <a:r>
              <a:rPr lang="en-US" b="1" dirty="0"/>
              <a:t>Client : The code that consumes and uses the flyweight</a:t>
            </a:r>
            <a:endParaRPr lang="en-US" dirty="0"/>
          </a:p>
        </p:txBody>
      </p:sp>
    </p:spTree>
    <p:extLst>
      <p:ext uri="{BB962C8B-B14F-4D97-AF65-F5344CB8AC3E}">
        <p14:creationId xmlns:p14="http://schemas.microsoft.com/office/powerpoint/2010/main" val="2629031286"/>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1C13A-0937-2BBE-6E5A-3CAB45F33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EA954-2287-7F5B-A85C-9099A113C1BA}"/>
              </a:ext>
            </a:extLst>
          </p:cNvPr>
          <p:cNvSpPr>
            <a:spLocks noGrp="1"/>
          </p:cNvSpPr>
          <p:nvPr>
            <p:ph type="title"/>
          </p:nvPr>
        </p:nvSpPr>
        <p:spPr/>
        <p:txBody>
          <a:bodyPr/>
          <a:lstStyle/>
          <a:p>
            <a:r>
              <a:rPr lang="en-US" dirty="0"/>
              <a:t>Benefits of a Flyweight Design Pattern</a:t>
            </a:r>
          </a:p>
        </p:txBody>
      </p:sp>
      <p:sp>
        <p:nvSpPr>
          <p:cNvPr id="3" name="Content Placeholder 2">
            <a:extLst>
              <a:ext uri="{FF2B5EF4-FFF2-40B4-BE49-F238E27FC236}">
                <a16:creationId xmlns:a16="http://schemas.microsoft.com/office/drawing/2014/main" id="{07D7F0AA-D7F8-F867-208C-FABA0574FFD2}"/>
              </a:ext>
            </a:extLst>
          </p:cNvPr>
          <p:cNvSpPr>
            <a:spLocks noGrp="1"/>
          </p:cNvSpPr>
          <p:nvPr>
            <p:ph idx="1"/>
          </p:nvPr>
        </p:nvSpPr>
        <p:spPr/>
        <p:txBody>
          <a:bodyPr/>
          <a:lstStyle/>
          <a:p>
            <a:pPr rtl="0"/>
            <a:r>
              <a:rPr lang="en-US" b="1" dirty="0"/>
              <a:t>Smaller memory footprint</a:t>
            </a:r>
          </a:p>
          <a:p>
            <a:pPr rtl="0"/>
            <a:r>
              <a:rPr lang="en-US" b="1" dirty="0"/>
              <a:t>Update across common objects</a:t>
            </a:r>
            <a:endParaRPr lang="en-US" dirty="0"/>
          </a:p>
          <a:p>
            <a:pPr rtl="0"/>
            <a:endParaRPr lang="en-US" dirty="0"/>
          </a:p>
          <a:p>
            <a:pPr marL="0" indent="0">
              <a:buNone/>
            </a:pPr>
            <a:r>
              <a:rPr lang="en-US" dirty="0"/>
              <a:t>.</a:t>
            </a:r>
          </a:p>
        </p:txBody>
      </p:sp>
    </p:spTree>
    <p:extLst>
      <p:ext uri="{BB962C8B-B14F-4D97-AF65-F5344CB8AC3E}">
        <p14:creationId xmlns:p14="http://schemas.microsoft.com/office/powerpoint/2010/main" val="225710874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E718C-3258-D561-2FAD-9A547FE09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899CF-A7D9-D9BB-20F8-BB490AF9DB38}"/>
              </a:ext>
            </a:extLst>
          </p:cNvPr>
          <p:cNvSpPr>
            <a:spLocks noGrp="1"/>
          </p:cNvSpPr>
          <p:nvPr>
            <p:ph type="title"/>
          </p:nvPr>
        </p:nvSpPr>
        <p:spPr/>
        <p:txBody>
          <a:bodyPr/>
          <a:lstStyle/>
          <a:p>
            <a:r>
              <a:rPr lang="en-US" dirty="0"/>
              <a:t>Down sides of A Flyweight Design Pattern</a:t>
            </a:r>
          </a:p>
        </p:txBody>
      </p:sp>
      <p:sp>
        <p:nvSpPr>
          <p:cNvPr id="3" name="Content Placeholder 2">
            <a:extLst>
              <a:ext uri="{FF2B5EF4-FFF2-40B4-BE49-F238E27FC236}">
                <a16:creationId xmlns:a16="http://schemas.microsoft.com/office/drawing/2014/main" id="{F99E84BA-F49B-A9FC-EEF6-813ADD3D0A8A}"/>
              </a:ext>
            </a:extLst>
          </p:cNvPr>
          <p:cNvSpPr>
            <a:spLocks noGrp="1"/>
          </p:cNvSpPr>
          <p:nvPr>
            <p:ph idx="1"/>
          </p:nvPr>
        </p:nvSpPr>
        <p:spPr/>
        <p:txBody>
          <a:bodyPr/>
          <a:lstStyle/>
          <a:p>
            <a:pPr rtl="0">
              <a:buFont typeface="Arial" panose="020B0604020202020204" pitchFamily="34" charset="0"/>
              <a:buChar char="•"/>
            </a:pPr>
            <a:r>
              <a:rPr lang="en-US" b="1" dirty="0"/>
              <a:t>Often Increased processer usage.</a:t>
            </a:r>
          </a:p>
          <a:p>
            <a:pPr rtl="0">
              <a:buFont typeface="Arial" panose="020B0604020202020204" pitchFamily="34" charset="0"/>
              <a:buChar char="•"/>
            </a:pPr>
            <a:r>
              <a:rPr lang="en-US" b="1" dirty="0"/>
              <a:t>Everything is updated with the flyweight object as it pertains to that flyweight objects.  They can not be individual.</a:t>
            </a:r>
            <a:endParaRPr lang="en-US" dirty="0"/>
          </a:p>
        </p:txBody>
      </p:sp>
    </p:spTree>
    <p:extLst>
      <p:ext uri="{BB962C8B-B14F-4D97-AF65-F5344CB8AC3E}">
        <p14:creationId xmlns:p14="http://schemas.microsoft.com/office/powerpoint/2010/main" val="183598147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00E3-0480-0C9A-9F6F-EEA2893C3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19FD7-29F4-51F9-3D53-0C05F19F208C}"/>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0F592494-D029-848A-8BD6-B98F059368AC}"/>
              </a:ext>
            </a:extLst>
          </p:cNvPr>
          <p:cNvSpPr>
            <a:spLocks noGrp="1"/>
          </p:cNvSpPr>
          <p:nvPr>
            <p:ph type="body" idx="1"/>
          </p:nvPr>
        </p:nvSpPr>
        <p:spPr/>
        <p:txBody>
          <a:bodyPr/>
          <a:lstStyle/>
          <a:p>
            <a:r>
              <a:rPr lang="en-US" dirty="0"/>
              <a:t>Flyweight</a:t>
            </a:r>
          </a:p>
        </p:txBody>
      </p:sp>
    </p:spTree>
    <p:extLst>
      <p:ext uri="{BB962C8B-B14F-4D97-AF65-F5344CB8AC3E}">
        <p14:creationId xmlns:p14="http://schemas.microsoft.com/office/powerpoint/2010/main" val="185041536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A89BE-5F1D-0836-157A-E6BE8CF986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80A605-D9FF-8963-D5AA-E10A8B6AA898}"/>
              </a:ext>
            </a:extLst>
          </p:cNvPr>
          <p:cNvSpPr>
            <a:spLocks noGrp="1"/>
          </p:cNvSpPr>
          <p:nvPr>
            <p:ph type="title"/>
          </p:nvPr>
        </p:nvSpPr>
        <p:spPr/>
        <p:txBody>
          <a:bodyPr/>
          <a:lstStyle/>
          <a:p>
            <a:r>
              <a:rPr lang="en-US" dirty="0"/>
              <a:t>Flyweight pattern and S.O.L.I.D.</a:t>
            </a:r>
          </a:p>
        </p:txBody>
      </p:sp>
      <p:sp>
        <p:nvSpPr>
          <p:cNvPr id="5" name="Content Placeholder 4">
            <a:extLst>
              <a:ext uri="{FF2B5EF4-FFF2-40B4-BE49-F238E27FC236}">
                <a16:creationId xmlns:a16="http://schemas.microsoft.com/office/drawing/2014/main" id="{7C7AE9C5-2BCC-491F-0D4A-70B8AC88CED7}"/>
              </a:ext>
            </a:extLst>
          </p:cNvPr>
          <p:cNvSpPr>
            <a:spLocks noGrp="1"/>
          </p:cNvSpPr>
          <p:nvPr>
            <p:ph idx="1"/>
          </p:nvPr>
        </p:nvSpPr>
        <p:spPr/>
        <p:txBody>
          <a:bodyPr/>
          <a:lstStyle/>
          <a:p>
            <a:r>
              <a:rPr lang="en-US" dirty="0"/>
              <a:t>S.  Separates intrinsic state across multiple objects from individual implementations. </a:t>
            </a:r>
          </a:p>
          <a:p>
            <a:r>
              <a:rPr lang="en-US" dirty="0"/>
              <a:t>O.   You can extend with new flyweights without having to implement new clients.</a:t>
            </a:r>
          </a:p>
          <a:p>
            <a:r>
              <a:rPr lang="en-US" dirty="0"/>
              <a:t>L. Flyweights should be able to be used interchangeably</a:t>
            </a:r>
          </a:p>
          <a:p>
            <a:r>
              <a:rPr lang="en-US" dirty="0"/>
              <a:t>I.  Promotes ISP by using small interfaces for groups of intrinsic information.</a:t>
            </a:r>
          </a:p>
          <a:p>
            <a:r>
              <a:rPr lang="en-US" dirty="0"/>
              <a:t>D. Use a factory to create objects.</a:t>
            </a:r>
          </a:p>
        </p:txBody>
      </p:sp>
    </p:spTree>
    <p:extLst>
      <p:ext uri="{BB962C8B-B14F-4D97-AF65-F5344CB8AC3E}">
        <p14:creationId xmlns:p14="http://schemas.microsoft.com/office/powerpoint/2010/main" val="259125935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F1436-F5E7-D5A0-27C6-699CB9D58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E212F-19AF-3D70-EF96-501DA73863DB}"/>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7A312D11-2899-8D0A-B102-3102CD5A514F}"/>
              </a:ext>
            </a:extLst>
          </p:cNvPr>
          <p:cNvSpPr>
            <a:spLocks noGrp="1"/>
          </p:cNvSpPr>
          <p:nvPr>
            <p:ph type="body" idx="1"/>
          </p:nvPr>
        </p:nvSpPr>
        <p:spPr>
          <a:xfrm>
            <a:off x="685799" y="4624981"/>
            <a:ext cx="10131428" cy="860400"/>
          </a:xfrm>
        </p:spPr>
        <p:txBody>
          <a:bodyPr/>
          <a:lstStyle/>
          <a:p>
            <a:r>
              <a:rPr lang="en-US" dirty="0"/>
              <a:t>Flyweight pattern</a:t>
            </a:r>
          </a:p>
        </p:txBody>
      </p:sp>
    </p:spTree>
    <p:extLst>
      <p:ext uri="{BB962C8B-B14F-4D97-AF65-F5344CB8AC3E}">
        <p14:creationId xmlns:p14="http://schemas.microsoft.com/office/powerpoint/2010/main" val="363648058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FB2BB-BE41-43F2-8E4A-ABD5CA675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E784-EB2E-7D35-2BB8-BF4CD379F7BE}"/>
              </a:ext>
            </a:extLst>
          </p:cNvPr>
          <p:cNvSpPr>
            <a:spLocks noGrp="1"/>
          </p:cNvSpPr>
          <p:nvPr>
            <p:ph type="title"/>
          </p:nvPr>
        </p:nvSpPr>
        <p:spPr/>
        <p:txBody>
          <a:bodyPr/>
          <a:lstStyle/>
          <a:p>
            <a:r>
              <a:rPr lang="en-US" dirty="0"/>
              <a:t>What are some Scenarios where The Flyweight Pattern Might be Useful? </a:t>
            </a:r>
          </a:p>
        </p:txBody>
      </p:sp>
      <p:sp>
        <p:nvSpPr>
          <p:cNvPr id="3" name="Text Placeholder 2">
            <a:extLst>
              <a:ext uri="{FF2B5EF4-FFF2-40B4-BE49-F238E27FC236}">
                <a16:creationId xmlns:a16="http://schemas.microsoft.com/office/drawing/2014/main" id="{55D95E88-4C03-825C-1AEC-A553A919A5B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0459365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DC53-1A9E-9FE6-A7AE-FD407AE4F7E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F8336C-FBF8-C325-9039-E59669435611}"/>
              </a:ext>
            </a:extLst>
          </p:cNvPr>
          <p:cNvSpPr>
            <a:spLocks noGrp="1"/>
          </p:cNvSpPr>
          <p:nvPr>
            <p:ph type="title"/>
          </p:nvPr>
        </p:nvSpPr>
        <p:spPr/>
        <p:txBody>
          <a:bodyPr/>
          <a:lstStyle/>
          <a:p>
            <a:r>
              <a:rPr lang="en-US" dirty="0"/>
              <a:t>Scenarios where The Flyweight pattern is often Used</a:t>
            </a:r>
          </a:p>
        </p:txBody>
      </p:sp>
      <p:sp>
        <p:nvSpPr>
          <p:cNvPr id="5" name="Content Placeholder 4">
            <a:extLst>
              <a:ext uri="{FF2B5EF4-FFF2-40B4-BE49-F238E27FC236}">
                <a16:creationId xmlns:a16="http://schemas.microsoft.com/office/drawing/2014/main" id="{7CA5830B-0573-8F59-1022-D9C4BDCB9A23}"/>
              </a:ext>
            </a:extLst>
          </p:cNvPr>
          <p:cNvSpPr>
            <a:spLocks noGrp="1"/>
          </p:cNvSpPr>
          <p:nvPr>
            <p:ph idx="1"/>
          </p:nvPr>
        </p:nvSpPr>
        <p:spPr/>
        <p:txBody>
          <a:bodyPr/>
          <a:lstStyle/>
          <a:p>
            <a:pPr rtl="0">
              <a:buFont typeface="Arial" panose="020B0604020202020204" pitchFamily="34" charset="0"/>
              <a:buChar char="•"/>
            </a:pPr>
            <a:r>
              <a:rPr lang="en-US" dirty="0"/>
              <a:t>Real Time Strategy game.</a:t>
            </a:r>
          </a:p>
          <a:p>
            <a:pPr rtl="0">
              <a:buFont typeface="Arial" panose="020B0604020202020204" pitchFamily="34" charset="0"/>
              <a:buChar char="•"/>
            </a:pPr>
            <a:r>
              <a:rPr lang="en-US" dirty="0"/>
              <a:t>Text fonts in text editors.</a:t>
            </a:r>
          </a:p>
          <a:p>
            <a:pPr rtl="0">
              <a:buFont typeface="Arial" panose="020B0604020202020204" pitchFamily="34" charset="0"/>
              <a:buChar char="•"/>
            </a:pPr>
            <a:r>
              <a:rPr lang="en-US" dirty="0"/>
              <a:t>In GUI.</a:t>
            </a:r>
          </a:p>
          <a:p>
            <a:pPr marL="0" indent="0">
              <a:buNone/>
            </a:pPr>
            <a:endParaRPr lang="en-US" dirty="0"/>
          </a:p>
        </p:txBody>
      </p:sp>
    </p:spTree>
    <p:extLst>
      <p:ext uri="{BB962C8B-B14F-4D97-AF65-F5344CB8AC3E}">
        <p14:creationId xmlns:p14="http://schemas.microsoft.com/office/powerpoint/2010/main" val="383753833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4F224-9CA0-40F7-4C71-07BC8311B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175D4-9CD0-7A36-1D62-4328D284FC80}"/>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0E8DFC4C-BB07-DE3F-7C40-30C0CE1DABE7}"/>
              </a:ext>
            </a:extLst>
          </p:cNvPr>
          <p:cNvSpPr>
            <a:spLocks noGrp="1"/>
          </p:cNvSpPr>
          <p:nvPr>
            <p:ph type="body" idx="1"/>
          </p:nvPr>
        </p:nvSpPr>
        <p:spPr/>
        <p:txBody>
          <a:bodyPr/>
          <a:lstStyle/>
          <a:p>
            <a:r>
              <a:rPr lang="en-US" dirty="0"/>
              <a:t>Flyweight Pattern</a:t>
            </a:r>
          </a:p>
        </p:txBody>
      </p:sp>
    </p:spTree>
    <p:extLst>
      <p:ext uri="{BB962C8B-B14F-4D97-AF65-F5344CB8AC3E}">
        <p14:creationId xmlns:p14="http://schemas.microsoft.com/office/powerpoint/2010/main" val="269308551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14F99-6E95-7E0A-B035-939532BFA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C3387-F7CE-5DE1-9ED7-AF7744F2BE1D}"/>
              </a:ext>
            </a:extLst>
          </p:cNvPr>
          <p:cNvSpPr>
            <a:spLocks noGrp="1"/>
          </p:cNvSpPr>
          <p:nvPr>
            <p:ph type="title"/>
          </p:nvPr>
        </p:nvSpPr>
        <p:spPr/>
        <p:txBody>
          <a:bodyPr/>
          <a:lstStyle/>
          <a:p>
            <a:r>
              <a:rPr lang="en-US" dirty="0"/>
              <a:t>Implementing a Flyweight Pattern in Code</a:t>
            </a:r>
          </a:p>
        </p:txBody>
      </p:sp>
      <p:sp>
        <p:nvSpPr>
          <p:cNvPr id="3" name="Text Placeholder 2">
            <a:extLst>
              <a:ext uri="{FF2B5EF4-FFF2-40B4-BE49-F238E27FC236}">
                <a16:creationId xmlns:a16="http://schemas.microsoft.com/office/drawing/2014/main" id="{E2B8EDC6-6887-0858-D44A-03A65ED2392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5873425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FA8F-E409-84CA-6475-012EAC4AC5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D059EF-94EE-F6D8-3A5E-0B6B8CF526F9}"/>
              </a:ext>
            </a:extLst>
          </p:cNvPr>
          <p:cNvSpPr>
            <a:spLocks noGrp="1"/>
          </p:cNvSpPr>
          <p:nvPr>
            <p:ph type="title"/>
          </p:nvPr>
        </p:nvSpPr>
        <p:spPr>
          <a:xfrm>
            <a:off x="810986" y="1392695"/>
            <a:ext cx="10131427" cy="1468800"/>
          </a:xfrm>
        </p:spPr>
        <p:txBody>
          <a:bodyPr/>
          <a:lstStyle/>
          <a:p>
            <a:r>
              <a:rPr lang="en-US" dirty="0"/>
              <a:t>Decorator Design Pattern</a:t>
            </a:r>
          </a:p>
        </p:txBody>
      </p:sp>
      <p:sp>
        <p:nvSpPr>
          <p:cNvPr id="5" name="Text Placeholder 4">
            <a:extLst>
              <a:ext uri="{FF2B5EF4-FFF2-40B4-BE49-F238E27FC236}">
                <a16:creationId xmlns:a16="http://schemas.microsoft.com/office/drawing/2014/main" id="{60CB597A-F787-17EA-BA4E-F3AEC8BCAF51}"/>
              </a:ext>
            </a:extLst>
          </p:cNvPr>
          <p:cNvSpPr>
            <a:spLocks noGrp="1"/>
          </p:cNvSpPr>
          <p:nvPr>
            <p:ph type="body" idx="1"/>
          </p:nvPr>
        </p:nvSpPr>
        <p:spPr/>
        <p:txBody>
          <a:bodyPr/>
          <a:lstStyle/>
          <a:p>
            <a:r>
              <a:rPr lang="en-US" dirty="0"/>
              <a:t>It is beginning to look a lot like Christmas</a:t>
            </a:r>
          </a:p>
        </p:txBody>
      </p:sp>
    </p:spTree>
    <p:extLst>
      <p:ext uri="{BB962C8B-B14F-4D97-AF65-F5344CB8AC3E}">
        <p14:creationId xmlns:p14="http://schemas.microsoft.com/office/powerpoint/2010/main" val="348104424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5C3C0-8E4A-D1A5-4DDF-557CB20E1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4623E-559E-8DC4-651D-B64C095323B6}"/>
              </a:ext>
            </a:extLst>
          </p:cNvPr>
          <p:cNvSpPr>
            <a:spLocks noGrp="1"/>
          </p:cNvSpPr>
          <p:nvPr>
            <p:ph type="title"/>
          </p:nvPr>
        </p:nvSpPr>
        <p:spPr/>
        <p:txBody>
          <a:bodyPr/>
          <a:lstStyle/>
          <a:p>
            <a:r>
              <a:rPr lang="en-US" dirty="0"/>
              <a:t>Decorator problem space</a:t>
            </a:r>
          </a:p>
        </p:txBody>
      </p:sp>
      <p:sp>
        <p:nvSpPr>
          <p:cNvPr id="3" name="Text Placeholder 2">
            <a:extLst>
              <a:ext uri="{FF2B5EF4-FFF2-40B4-BE49-F238E27FC236}">
                <a16:creationId xmlns:a16="http://schemas.microsoft.com/office/drawing/2014/main" id="{C8AF42DE-7938-0A9B-CB7C-D5AF3FE8B36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6786854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33A91-0F54-3DDD-DC62-D7BF9BBA3AC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2E6AA88-50A7-60C9-76BF-A7A114EC8615}"/>
              </a:ext>
            </a:extLst>
          </p:cNvPr>
          <p:cNvSpPr>
            <a:spLocks noGrp="1"/>
          </p:cNvSpPr>
          <p:nvPr>
            <p:ph type="title"/>
          </p:nvPr>
        </p:nvSpPr>
        <p:spPr/>
        <p:txBody>
          <a:bodyPr/>
          <a:lstStyle/>
          <a:p>
            <a:r>
              <a:rPr lang="en-US" dirty="0"/>
              <a:t>What problems does Decorator Pattern Help Solve?</a:t>
            </a:r>
          </a:p>
        </p:txBody>
      </p:sp>
      <p:sp>
        <p:nvSpPr>
          <p:cNvPr id="5" name="Content Placeholder 4">
            <a:extLst>
              <a:ext uri="{FF2B5EF4-FFF2-40B4-BE49-F238E27FC236}">
                <a16:creationId xmlns:a16="http://schemas.microsoft.com/office/drawing/2014/main" id="{A7A722C8-53C5-62CD-003A-B9A5D015E34C}"/>
              </a:ext>
            </a:extLst>
          </p:cNvPr>
          <p:cNvSpPr>
            <a:spLocks noGrp="1"/>
          </p:cNvSpPr>
          <p:nvPr>
            <p:ph idx="1"/>
          </p:nvPr>
        </p:nvSpPr>
        <p:spPr/>
        <p:txBody>
          <a:bodyPr/>
          <a:lstStyle/>
          <a:p>
            <a:r>
              <a:rPr lang="en-US" dirty="0"/>
              <a:t>Adding new functionality to existing objects that can not be modified.</a:t>
            </a:r>
          </a:p>
        </p:txBody>
      </p:sp>
    </p:spTree>
    <p:extLst>
      <p:ext uri="{BB962C8B-B14F-4D97-AF65-F5344CB8AC3E}">
        <p14:creationId xmlns:p14="http://schemas.microsoft.com/office/powerpoint/2010/main" val="126997667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CAC8B-4B39-884D-AB83-3E60CBD69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BA2C8-CD8B-3921-AC2D-4DEA69015D8E}"/>
              </a:ext>
            </a:extLst>
          </p:cNvPr>
          <p:cNvSpPr>
            <a:spLocks noGrp="1"/>
          </p:cNvSpPr>
          <p:nvPr>
            <p:ph type="title"/>
          </p:nvPr>
        </p:nvSpPr>
        <p:spPr>
          <a:xfrm>
            <a:off x="685800" y="3139853"/>
            <a:ext cx="10131427" cy="1468800"/>
          </a:xfrm>
        </p:spPr>
        <p:txBody>
          <a:bodyPr/>
          <a:lstStyle/>
          <a:p>
            <a:r>
              <a:rPr lang="en-US" dirty="0"/>
              <a:t>Decorator Pattern Defined</a:t>
            </a:r>
          </a:p>
        </p:txBody>
      </p:sp>
      <p:sp>
        <p:nvSpPr>
          <p:cNvPr id="3" name="Text Placeholder 2">
            <a:extLst>
              <a:ext uri="{FF2B5EF4-FFF2-40B4-BE49-F238E27FC236}">
                <a16:creationId xmlns:a16="http://schemas.microsoft.com/office/drawing/2014/main" id="{4259E811-3E72-1CB8-E87B-4C5E716E65E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037333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CCFFC-2C72-BC49-5362-9DC529F0D39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939D562-60D7-D5B5-C8A5-68AE2BDB96D2}"/>
              </a:ext>
            </a:extLst>
          </p:cNvPr>
          <p:cNvSpPr>
            <a:spLocks noGrp="1"/>
          </p:cNvSpPr>
          <p:nvPr>
            <p:ph type="title"/>
          </p:nvPr>
        </p:nvSpPr>
        <p:spPr/>
        <p:txBody>
          <a:bodyPr/>
          <a:lstStyle/>
          <a:p>
            <a:r>
              <a:rPr lang="en-US" dirty="0"/>
              <a:t>Definition</a:t>
            </a:r>
          </a:p>
        </p:txBody>
      </p:sp>
      <p:sp>
        <p:nvSpPr>
          <p:cNvPr id="6" name="Text Placeholder 5">
            <a:extLst>
              <a:ext uri="{FF2B5EF4-FFF2-40B4-BE49-F238E27FC236}">
                <a16:creationId xmlns:a16="http://schemas.microsoft.com/office/drawing/2014/main" id="{F05872E4-5538-DDB4-4B05-592490B9BBD9}"/>
              </a:ext>
            </a:extLst>
          </p:cNvPr>
          <p:cNvSpPr>
            <a:spLocks noGrp="1"/>
          </p:cNvSpPr>
          <p:nvPr>
            <p:ph type="body" sz="half" idx="2"/>
          </p:nvPr>
        </p:nvSpPr>
        <p:spPr/>
        <p:txBody>
          <a:bodyPr/>
          <a:lstStyle/>
          <a:p>
            <a:r>
              <a:rPr lang="en-US" dirty="0"/>
              <a:t>“Attach additional responsibilities to an object dynamically.  Decorators provide a flexible alternative to subclassing for extending functionality”</a:t>
            </a:r>
          </a:p>
        </p:txBody>
      </p:sp>
      <p:sp>
        <p:nvSpPr>
          <p:cNvPr id="3" name="Content Placeholder 2">
            <a:extLst>
              <a:ext uri="{FF2B5EF4-FFF2-40B4-BE49-F238E27FC236}">
                <a16:creationId xmlns:a16="http://schemas.microsoft.com/office/drawing/2014/main" id="{790D2FED-B2D2-2763-5EAB-6EF25965D6C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9999245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E0E4E-EF6E-522B-0679-592F54CD17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E406A73-65C2-CBEE-F0F8-0136AB8078AB}"/>
              </a:ext>
            </a:extLst>
          </p:cNvPr>
          <p:cNvSpPr>
            <a:spLocks noGrp="1"/>
          </p:cNvSpPr>
          <p:nvPr>
            <p:ph type="title"/>
          </p:nvPr>
        </p:nvSpPr>
        <p:spPr/>
        <p:txBody>
          <a:bodyPr/>
          <a:lstStyle/>
          <a:p>
            <a:r>
              <a:rPr lang="en-US" dirty="0"/>
              <a:t>Elements of a Decorator Design Pattern</a:t>
            </a:r>
          </a:p>
        </p:txBody>
      </p:sp>
      <p:sp>
        <p:nvSpPr>
          <p:cNvPr id="6" name="Content Placeholder 5">
            <a:extLst>
              <a:ext uri="{FF2B5EF4-FFF2-40B4-BE49-F238E27FC236}">
                <a16:creationId xmlns:a16="http://schemas.microsoft.com/office/drawing/2014/main" id="{A967F0A3-3B53-DAB8-D799-6C52483C4AF2}"/>
              </a:ext>
            </a:extLst>
          </p:cNvPr>
          <p:cNvSpPr>
            <a:spLocks noGrp="1"/>
          </p:cNvSpPr>
          <p:nvPr>
            <p:ph idx="1"/>
          </p:nvPr>
        </p:nvSpPr>
        <p:spPr/>
        <p:txBody>
          <a:bodyPr/>
          <a:lstStyle/>
          <a:p>
            <a:pPr rtl="0"/>
            <a:r>
              <a:rPr lang="en-US" b="1" dirty="0"/>
              <a:t>Component</a:t>
            </a:r>
            <a:r>
              <a:rPr lang="en-US" dirty="0"/>
              <a:t>: </a:t>
            </a:r>
          </a:p>
          <a:p>
            <a:pPr rtl="0"/>
            <a:r>
              <a:rPr lang="en-US" b="1" dirty="0" err="1"/>
              <a:t>ConcreteComponet</a:t>
            </a:r>
            <a:r>
              <a:rPr lang="en-US" dirty="0"/>
              <a:t>:</a:t>
            </a:r>
          </a:p>
          <a:p>
            <a:pPr rtl="0"/>
            <a:r>
              <a:rPr lang="en-US" b="1" dirty="0"/>
              <a:t>Decorator</a:t>
            </a:r>
            <a:r>
              <a:rPr lang="en-US" dirty="0"/>
              <a:t>:</a:t>
            </a:r>
          </a:p>
          <a:p>
            <a:pPr rtl="0"/>
            <a:r>
              <a:rPr lang="en-US" b="1" dirty="0" err="1"/>
              <a:t>ConcreteDecorator</a:t>
            </a:r>
            <a:r>
              <a:rPr lang="en-US" dirty="0"/>
              <a:t>:</a:t>
            </a:r>
          </a:p>
        </p:txBody>
      </p:sp>
    </p:spTree>
    <p:extLst>
      <p:ext uri="{BB962C8B-B14F-4D97-AF65-F5344CB8AC3E}">
        <p14:creationId xmlns:p14="http://schemas.microsoft.com/office/powerpoint/2010/main" val="346829122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D907D-4E61-3457-4563-8D417ED87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3484FB-3E5E-008E-5406-1F23706A8944}"/>
              </a:ext>
            </a:extLst>
          </p:cNvPr>
          <p:cNvSpPr>
            <a:spLocks noGrp="1"/>
          </p:cNvSpPr>
          <p:nvPr>
            <p:ph type="title"/>
          </p:nvPr>
        </p:nvSpPr>
        <p:spPr/>
        <p:txBody>
          <a:bodyPr/>
          <a:lstStyle/>
          <a:p>
            <a:r>
              <a:rPr lang="en-US" dirty="0"/>
              <a:t>Benefits of a Decorator Design Pattern</a:t>
            </a:r>
          </a:p>
        </p:txBody>
      </p:sp>
      <p:sp>
        <p:nvSpPr>
          <p:cNvPr id="3" name="Content Placeholder 2">
            <a:extLst>
              <a:ext uri="{FF2B5EF4-FFF2-40B4-BE49-F238E27FC236}">
                <a16:creationId xmlns:a16="http://schemas.microsoft.com/office/drawing/2014/main" id="{085B440D-331E-43C0-0396-B91631B286DA}"/>
              </a:ext>
            </a:extLst>
          </p:cNvPr>
          <p:cNvSpPr>
            <a:spLocks noGrp="1"/>
          </p:cNvSpPr>
          <p:nvPr>
            <p:ph idx="1"/>
          </p:nvPr>
        </p:nvSpPr>
        <p:spPr/>
        <p:txBody>
          <a:bodyPr/>
          <a:lstStyle/>
          <a:p>
            <a:pPr rtl="0"/>
            <a:r>
              <a:rPr lang="en-US" b="1" dirty="0"/>
              <a:t>Flexible Alternative to Subclassing.</a:t>
            </a:r>
          </a:p>
          <a:p>
            <a:pPr rtl="0"/>
            <a:r>
              <a:rPr lang="en-US" b="1" dirty="0"/>
              <a:t>Runtime behavior Modification</a:t>
            </a:r>
          </a:p>
          <a:p>
            <a:pPr rtl="0"/>
            <a:r>
              <a:rPr lang="en-US" b="1" dirty="0"/>
              <a:t>Promotes composition over inheritance</a:t>
            </a:r>
          </a:p>
          <a:p>
            <a:pPr rtl="0"/>
            <a:endParaRPr lang="en-US" b="1" dirty="0"/>
          </a:p>
        </p:txBody>
      </p:sp>
    </p:spTree>
    <p:extLst>
      <p:ext uri="{BB962C8B-B14F-4D97-AF65-F5344CB8AC3E}">
        <p14:creationId xmlns:p14="http://schemas.microsoft.com/office/powerpoint/2010/main" val="272964111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A7782-0FFD-F448-8F64-038B7B14F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22EFF-3CBA-9F82-E5EF-C5172276E791}"/>
              </a:ext>
            </a:extLst>
          </p:cNvPr>
          <p:cNvSpPr>
            <a:spLocks noGrp="1"/>
          </p:cNvSpPr>
          <p:nvPr>
            <p:ph type="title"/>
          </p:nvPr>
        </p:nvSpPr>
        <p:spPr/>
        <p:txBody>
          <a:bodyPr/>
          <a:lstStyle/>
          <a:p>
            <a:r>
              <a:rPr lang="en-US" dirty="0"/>
              <a:t>Down sides of A Decorator Design Pattern</a:t>
            </a:r>
          </a:p>
        </p:txBody>
      </p:sp>
      <p:sp>
        <p:nvSpPr>
          <p:cNvPr id="3" name="Content Placeholder 2">
            <a:extLst>
              <a:ext uri="{FF2B5EF4-FFF2-40B4-BE49-F238E27FC236}">
                <a16:creationId xmlns:a16="http://schemas.microsoft.com/office/drawing/2014/main" id="{F83662EB-74FE-2D0E-DABC-8A43D33FC42D}"/>
              </a:ext>
            </a:extLst>
          </p:cNvPr>
          <p:cNvSpPr>
            <a:spLocks noGrp="1"/>
          </p:cNvSpPr>
          <p:nvPr>
            <p:ph idx="1"/>
          </p:nvPr>
        </p:nvSpPr>
        <p:spPr/>
        <p:txBody>
          <a:bodyPr/>
          <a:lstStyle/>
          <a:p>
            <a:pPr rtl="0">
              <a:buFont typeface="Arial" panose="020B0604020202020204" pitchFamily="34" charset="0"/>
              <a:buChar char="•"/>
            </a:pPr>
            <a:r>
              <a:rPr lang="en-US" b="1" dirty="0"/>
              <a:t>Increased Complexity</a:t>
            </a:r>
          </a:p>
          <a:p>
            <a:pPr rtl="0">
              <a:buFont typeface="Arial" panose="020B0604020202020204" pitchFamily="34" charset="0"/>
              <a:buChar char="•"/>
            </a:pPr>
            <a:r>
              <a:rPr lang="en-US" b="1" dirty="0"/>
              <a:t>Ordering Decorators when you have a lot.</a:t>
            </a:r>
          </a:p>
          <a:p>
            <a:pPr rtl="0">
              <a:buFont typeface="Arial" panose="020B0604020202020204" pitchFamily="34" charset="0"/>
              <a:buChar char="•"/>
            </a:pPr>
            <a:r>
              <a:rPr lang="en-US" b="1" dirty="0"/>
              <a:t>Harder to debug</a:t>
            </a:r>
          </a:p>
          <a:p>
            <a:pPr rtl="0">
              <a:buFont typeface="Arial" panose="020B0604020202020204" pitchFamily="34" charset="0"/>
              <a:buChar char="•"/>
            </a:pPr>
            <a:r>
              <a:rPr lang="en-US" b="1" dirty="0"/>
              <a:t>Can violate </a:t>
            </a:r>
            <a:r>
              <a:rPr lang="en-US" b="1" dirty="0" err="1"/>
              <a:t>Liskov</a:t>
            </a:r>
            <a:r>
              <a:rPr lang="en-US" b="1" dirty="0"/>
              <a:t> Substitution Principle.</a:t>
            </a:r>
          </a:p>
          <a:p>
            <a:pPr rtl="0">
              <a:buFont typeface="Arial" panose="020B0604020202020204" pitchFamily="34" charset="0"/>
              <a:buChar char="•"/>
            </a:pPr>
            <a:r>
              <a:rPr lang="en-US" b="1" dirty="0"/>
              <a:t>Can provide Dependency Injection Complexity</a:t>
            </a:r>
          </a:p>
          <a:p>
            <a:pPr rtl="0">
              <a:buFont typeface="Arial" panose="020B0604020202020204" pitchFamily="34" charset="0"/>
              <a:buChar char="•"/>
            </a:pPr>
            <a:r>
              <a:rPr lang="en-US" b="1" dirty="0"/>
              <a:t>Overhead</a:t>
            </a:r>
            <a:endParaRPr lang="en-US" dirty="0"/>
          </a:p>
        </p:txBody>
      </p:sp>
    </p:spTree>
    <p:extLst>
      <p:ext uri="{BB962C8B-B14F-4D97-AF65-F5344CB8AC3E}">
        <p14:creationId xmlns:p14="http://schemas.microsoft.com/office/powerpoint/2010/main" val="280342252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89BC-D434-BF8D-0934-E74188CA2B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E8956-0D3E-419C-603D-9A6BCD5CB525}"/>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68C3AA7C-E81D-B521-1E55-5F005EC37BEB}"/>
              </a:ext>
            </a:extLst>
          </p:cNvPr>
          <p:cNvSpPr>
            <a:spLocks noGrp="1"/>
          </p:cNvSpPr>
          <p:nvPr>
            <p:ph type="body" idx="1"/>
          </p:nvPr>
        </p:nvSpPr>
        <p:spPr/>
        <p:txBody>
          <a:bodyPr/>
          <a:lstStyle/>
          <a:p>
            <a:r>
              <a:rPr lang="en-US" dirty="0"/>
              <a:t>Decorator</a:t>
            </a:r>
          </a:p>
        </p:txBody>
      </p:sp>
    </p:spTree>
    <p:extLst>
      <p:ext uri="{BB962C8B-B14F-4D97-AF65-F5344CB8AC3E}">
        <p14:creationId xmlns:p14="http://schemas.microsoft.com/office/powerpoint/2010/main" val="189658800"/>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B8BDD-667C-A628-F6E5-7E7AE8A663B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7C000E-E28D-ED79-DDCC-5C694A04231D}"/>
              </a:ext>
            </a:extLst>
          </p:cNvPr>
          <p:cNvSpPr>
            <a:spLocks noGrp="1"/>
          </p:cNvSpPr>
          <p:nvPr>
            <p:ph type="title"/>
          </p:nvPr>
        </p:nvSpPr>
        <p:spPr/>
        <p:txBody>
          <a:bodyPr/>
          <a:lstStyle/>
          <a:p>
            <a:r>
              <a:rPr lang="en-US" dirty="0"/>
              <a:t>Decorator pattern and S.O.L.I.D.</a:t>
            </a:r>
          </a:p>
        </p:txBody>
      </p:sp>
      <p:sp>
        <p:nvSpPr>
          <p:cNvPr id="5" name="Content Placeholder 4">
            <a:extLst>
              <a:ext uri="{FF2B5EF4-FFF2-40B4-BE49-F238E27FC236}">
                <a16:creationId xmlns:a16="http://schemas.microsoft.com/office/drawing/2014/main" id="{C4187C8E-0695-BAF5-664D-55732562395B}"/>
              </a:ext>
            </a:extLst>
          </p:cNvPr>
          <p:cNvSpPr>
            <a:spLocks noGrp="1"/>
          </p:cNvSpPr>
          <p:nvPr>
            <p:ph idx="1"/>
          </p:nvPr>
        </p:nvSpPr>
        <p:spPr/>
        <p:txBody>
          <a:bodyPr/>
          <a:lstStyle/>
          <a:p>
            <a:r>
              <a:rPr lang="en-US" dirty="0"/>
              <a:t>S. (SRP) Each decorator adds a specific piece of functionality keeping responsibilities focused and separated. </a:t>
            </a:r>
          </a:p>
          <a:p>
            <a:r>
              <a:rPr lang="en-US" dirty="0"/>
              <a:t>O. (OCP) Decorators allow you to extend the behavior without modifying the decorated classes’ code.</a:t>
            </a:r>
          </a:p>
          <a:p>
            <a:r>
              <a:rPr lang="en-US" dirty="0"/>
              <a:t>L. (LSP) Decorators typically implement the same interface as they wrap.</a:t>
            </a:r>
          </a:p>
          <a:p>
            <a:r>
              <a:rPr lang="en-US" dirty="0"/>
              <a:t>I. (ISP) Decorators allow adding functionality without bloating </a:t>
            </a:r>
          </a:p>
          <a:p>
            <a:r>
              <a:rPr lang="en-US" dirty="0"/>
              <a:t>D. (DIP) Decorators rely on injected interfaces rather than concrete implementations.</a:t>
            </a:r>
          </a:p>
        </p:txBody>
      </p:sp>
    </p:spTree>
    <p:extLst>
      <p:ext uri="{BB962C8B-B14F-4D97-AF65-F5344CB8AC3E}">
        <p14:creationId xmlns:p14="http://schemas.microsoft.com/office/powerpoint/2010/main" val="1549812336"/>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F2E1-E91D-B39E-18A9-1BD5D3681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99DC5-B92A-C0AB-0565-5C0C99611917}"/>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1134FF1D-FB24-1363-A6F1-5AA65E035C37}"/>
              </a:ext>
            </a:extLst>
          </p:cNvPr>
          <p:cNvSpPr>
            <a:spLocks noGrp="1"/>
          </p:cNvSpPr>
          <p:nvPr>
            <p:ph type="body" idx="1"/>
          </p:nvPr>
        </p:nvSpPr>
        <p:spPr>
          <a:xfrm>
            <a:off x="685799" y="4624981"/>
            <a:ext cx="10131428" cy="860400"/>
          </a:xfrm>
        </p:spPr>
        <p:txBody>
          <a:bodyPr/>
          <a:lstStyle/>
          <a:p>
            <a:r>
              <a:rPr lang="en-US" dirty="0"/>
              <a:t>Decorator pattern</a:t>
            </a:r>
          </a:p>
        </p:txBody>
      </p:sp>
    </p:spTree>
    <p:extLst>
      <p:ext uri="{BB962C8B-B14F-4D97-AF65-F5344CB8AC3E}">
        <p14:creationId xmlns:p14="http://schemas.microsoft.com/office/powerpoint/2010/main" val="137686484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7299B-4BB2-4A30-BD34-F76C0E5EC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CB88F-9139-282A-C4E4-087BD2D0919E}"/>
              </a:ext>
            </a:extLst>
          </p:cNvPr>
          <p:cNvSpPr>
            <a:spLocks noGrp="1"/>
          </p:cNvSpPr>
          <p:nvPr>
            <p:ph type="title"/>
          </p:nvPr>
        </p:nvSpPr>
        <p:spPr/>
        <p:txBody>
          <a:bodyPr/>
          <a:lstStyle/>
          <a:p>
            <a:r>
              <a:rPr lang="en-US" dirty="0"/>
              <a:t>What are some Scenarios where The Decorator Pattern Might be Useful? </a:t>
            </a:r>
          </a:p>
        </p:txBody>
      </p:sp>
      <p:sp>
        <p:nvSpPr>
          <p:cNvPr id="3" name="Text Placeholder 2">
            <a:extLst>
              <a:ext uri="{FF2B5EF4-FFF2-40B4-BE49-F238E27FC236}">
                <a16:creationId xmlns:a16="http://schemas.microsoft.com/office/drawing/2014/main" id="{4576B7E9-7B76-F866-33EF-EE721EB281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46546729"/>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C7A8F-541D-0898-B227-6B108B254AD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374CA0-4B77-13C0-4C55-29FE39661D3B}"/>
              </a:ext>
            </a:extLst>
          </p:cNvPr>
          <p:cNvSpPr>
            <a:spLocks noGrp="1"/>
          </p:cNvSpPr>
          <p:nvPr>
            <p:ph type="title"/>
          </p:nvPr>
        </p:nvSpPr>
        <p:spPr/>
        <p:txBody>
          <a:bodyPr/>
          <a:lstStyle/>
          <a:p>
            <a:r>
              <a:rPr lang="en-US" dirty="0"/>
              <a:t>Scenarios where The Decorator pattern is often Used</a:t>
            </a:r>
          </a:p>
        </p:txBody>
      </p:sp>
      <p:sp>
        <p:nvSpPr>
          <p:cNvPr id="5" name="Content Placeholder 4">
            <a:extLst>
              <a:ext uri="{FF2B5EF4-FFF2-40B4-BE49-F238E27FC236}">
                <a16:creationId xmlns:a16="http://schemas.microsoft.com/office/drawing/2014/main" id="{53274427-6DCE-0E85-73F2-12FD3A56C117}"/>
              </a:ext>
            </a:extLst>
          </p:cNvPr>
          <p:cNvSpPr>
            <a:spLocks noGrp="1"/>
          </p:cNvSpPr>
          <p:nvPr>
            <p:ph idx="1"/>
          </p:nvPr>
        </p:nvSpPr>
        <p:spPr/>
        <p:txBody>
          <a:bodyPr/>
          <a:lstStyle/>
          <a:p>
            <a:pPr rtl="0">
              <a:buFont typeface="Arial" panose="020B0604020202020204" pitchFamily="34" charset="0"/>
              <a:buChar char="•"/>
            </a:pPr>
            <a:r>
              <a:rPr lang="en-US" dirty="0"/>
              <a:t>Stream Classes</a:t>
            </a:r>
          </a:p>
          <a:p>
            <a:pPr rtl="0">
              <a:buFont typeface="Arial" panose="020B0604020202020204" pitchFamily="34" charset="0"/>
              <a:buChar char="•"/>
            </a:pPr>
            <a:r>
              <a:rPr lang="en-US" dirty="0"/>
              <a:t>Logging with Dependency Injection</a:t>
            </a:r>
          </a:p>
          <a:p>
            <a:pPr rtl="0">
              <a:buFont typeface="Arial" panose="020B0604020202020204" pitchFamily="34" charset="0"/>
              <a:buChar char="•"/>
            </a:pPr>
            <a:r>
              <a:rPr lang="en-US" dirty="0"/>
              <a:t>Validation Code</a:t>
            </a:r>
          </a:p>
          <a:p>
            <a:pPr rtl="0">
              <a:buFont typeface="Arial" panose="020B0604020202020204" pitchFamily="34" charset="0"/>
              <a:buChar char="•"/>
            </a:pPr>
            <a:r>
              <a:rPr lang="en-US" dirty="0"/>
              <a:t>Entity Framework (Interceptors)</a:t>
            </a:r>
          </a:p>
        </p:txBody>
      </p:sp>
    </p:spTree>
    <p:extLst>
      <p:ext uri="{BB962C8B-B14F-4D97-AF65-F5344CB8AC3E}">
        <p14:creationId xmlns:p14="http://schemas.microsoft.com/office/powerpoint/2010/main" val="429154621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D2903-2BAD-1BC2-0653-3B23A6775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719F9-3808-43A3-65C2-9077E8CD27D9}"/>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BF571F6D-9264-AE96-6127-19FE290B67D9}"/>
              </a:ext>
            </a:extLst>
          </p:cNvPr>
          <p:cNvSpPr>
            <a:spLocks noGrp="1"/>
          </p:cNvSpPr>
          <p:nvPr>
            <p:ph type="body" idx="1"/>
          </p:nvPr>
        </p:nvSpPr>
        <p:spPr/>
        <p:txBody>
          <a:bodyPr/>
          <a:lstStyle/>
          <a:p>
            <a:r>
              <a:rPr lang="en-US" dirty="0"/>
              <a:t>Decorator Pattern</a:t>
            </a:r>
          </a:p>
        </p:txBody>
      </p:sp>
    </p:spTree>
    <p:extLst>
      <p:ext uri="{BB962C8B-B14F-4D97-AF65-F5344CB8AC3E}">
        <p14:creationId xmlns:p14="http://schemas.microsoft.com/office/powerpoint/2010/main" val="282995627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34967-922C-36BD-67EE-FF3657DAB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40B6F-388D-1E61-F568-A17D65D03E2F}"/>
              </a:ext>
            </a:extLst>
          </p:cNvPr>
          <p:cNvSpPr>
            <a:spLocks noGrp="1"/>
          </p:cNvSpPr>
          <p:nvPr>
            <p:ph type="title"/>
          </p:nvPr>
        </p:nvSpPr>
        <p:spPr/>
        <p:txBody>
          <a:bodyPr/>
          <a:lstStyle/>
          <a:p>
            <a:r>
              <a:rPr lang="en-US" dirty="0"/>
              <a:t>Implementing a Decorator Pattern in Code</a:t>
            </a:r>
          </a:p>
        </p:txBody>
      </p:sp>
      <p:sp>
        <p:nvSpPr>
          <p:cNvPr id="3" name="Text Placeholder 2">
            <a:extLst>
              <a:ext uri="{FF2B5EF4-FFF2-40B4-BE49-F238E27FC236}">
                <a16:creationId xmlns:a16="http://schemas.microsoft.com/office/drawing/2014/main" id="{21F8BBB7-548B-4675-E865-57D82F690E5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0248812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F13E-93AC-17BD-B606-A4817787F7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814134-A82D-BE9A-AF4D-4A80DEEB1605}"/>
              </a:ext>
            </a:extLst>
          </p:cNvPr>
          <p:cNvSpPr>
            <a:spLocks noGrp="1"/>
          </p:cNvSpPr>
          <p:nvPr>
            <p:ph type="title"/>
          </p:nvPr>
        </p:nvSpPr>
        <p:spPr>
          <a:xfrm>
            <a:off x="810986" y="1392695"/>
            <a:ext cx="10131427" cy="1468800"/>
          </a:xfrm>
        </p:spPr>
        <p:txBody>
          <a:bodyPr/>
          <a:lstStyle/>
          <a:p>
            <a:r>
              <a:rPr lang="en-US" dirty="0"/>
              <a:t>Mediator Design Pattern</a:t>
            </a:r>
          </a:p>
        </p:txBody>
      </p:sp>
      <p:sp>
        <p:nvSpPr>
          <p:cNvPr id="5" name="Text Placeholder 4">
            <a:extLst>
              <a:ext uri="{FF2B5EF4-FFF2-40B4-BE49-F238E27FC236}">
                <a16:creationId xmlns:a16="http://schemas.microsoft.com/office/drawing/2014/main" id="{2D26EEC4-D0E6-69A5-92FF-32BB6D0F8F7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9042662"/>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2487B-C455-0F39-107B-D8FCFDCDC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56D82-395A-8525-5FF6-17CCBF75384F}"/>
              </a:ext>
            </a:extLst>
          </p:cNvPr>
          <p:cNvSpPr>
            <a:spLocks noGrp="1"/>
          </p:cNvSpPr>
          <p:nvPr>
            <p:ph type="title"/>
          </p:nvPr>
        </p:nvSpPr>
        <p:spPr/>
        <p:txBody>
          <a:bodyPr/>
          <a:lstStyle/>
          <a:p>
            <a:r>
              <a:rPr lang="en-US" dirty="0"/>
              <a:t>Mediator problem space</a:t>
            </a:r>
          </a:p>
        </p:txBody>
      </p:sp>
      <p:sp>
        <p:nvSpPr>
          <p:cNvPr id="3" name="Text Placeholder 2">
            <a:extLst>
              <a:ext uri="{FF2B5EF4-FFF2-40B4-BE49-F238E27FC236}">
                <a16:creationId xmlns:a16="http://schemas.microsoft.com/office/drawing/2014/main" id="{D0F8C724-E776-37CD-5882-A1303FEB5ACD}"/>
              </a:ext>
            </a:extLst>
          </p:cNvPr>
          <p:cNvSpPr>
            <a:spLocks noGrp="1"/>
          </p:cNvSpPr>
          <p:nvPr>
            <p:ph type="body" idx="1"/>
          </p:nvPr>
        </p:nvSpPr>
        <p:spPr/>
        <p:txBody>
          <a:bodyPr/>
          <a:lstStyle/>
          <a:p>
            <a:r>
              <a:rPr lang="en-US" dirty="0"/>
              <a:t>Share the Stuff</a:t>
            </a:r>
          </a:p>
        </p:txBody>
      </p:sp>
    </p:spTree>
    <p:extLst>
      <p:ext uri="{BB962C8B-B14F-4D97-AF65-F5344CB8AC3E}">
        <p14:creationId xmlns:p14="http://schemas.microsoft.com/office/powerpoint/2010/main" val="375860831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FE709-BCD0-9672-3ECD-C0DE4E0C6B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A93556E-686A-B597-4CCF-765FF34FF7A5}"/>
              </a:ext>
            </a:extLst>
          </p:cNvPr>
          <p:cNvSpPr>
            <a:spLocks noGrp="1"/>
          </p:cNvSpPr>
          <p:nvPr>
            <p:ph type="title"/>
          </p:nvPr>
        </p:nvSpPr>
        <p:spPr/>
        <p:txBody>
          <a:bodyPr/>
          <a:lstStyle/>
          <a:p>
            <a:r>
              <a:rPr lang="en-US" dirty="0"/>
              <a:t>What problems does Mediator Pattern Help Solve?</a:t>
            </a:r>
          </a:p>
        </p:txBody>
      </p:sp>
      <p:sp>
        <p:nvSpPr>
          <p:cNvPr id="5" name="Content Placeholder 4">
            <a:extLst>
              <a:ext uri="{FF2B5EF4-FFF2-40B4-BE49-F238E27FC236}">
                <a16:creationId xmlns:a16="http://schemas.microsoft.com/office/drawing/2014/main" id="{5B284474-5F44-B430-AEE1-6C0E8346D270}"/>
              </a:ext>
            </a:extLst>
          </p:cNvPr>
          <p:cNvSpPr>
            <a:spLocks noGrp="1"/>
          </p:cNvSpPr>
          <p:nvPr>
            <p:ph idx="1"/>
          </p:nvPr>
        </p:nvSpPr>
        <p:spPr/>
        <p:txBody>
          <a:bodyPr/>
          <a:lstStyle/>
          <a:p>
            <a:r>
              <a:rPr lang="en-US" dirty="0"/>
              <a:t>Multiple object instances of different types need to be able to communicate with each other.</a:t>
            </a:r>
          </a:p>
        </p:txBody>
      </p:sp>
    </p:spTree>
    <p:extLst>
      <p:ext uri="{BB962C8B-B14F-4D97-AF65-F5344CB8AC3E}">
        <p14:creationId xmlns:p14="http://schemas.microsoft.com/office/powerpoint/2010/main" val="2017930474"/>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4C993-D97D-3CD2-A17A-988CAD5D3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D64EF-91E2-CAB6-91DD-F679F495D905}"/>
              </a:ext>
            </a:extLst>
          </p:cNvPr>
          <p:cNvSpPr>
            <a:spLocks noGrp="1"/>
          </p:cNvSpPr>
          <p:nvPr>
            <p:ph type="title"/>
          </p:nvPr>
        </p:nvSpPr>
        <p:spPr>
          <a:xfrm>
            <a:off x="685800" y="3139853"/>
            <a:ext cx="10131427" cy="1468800"/>
          </a:xfrm>
        </p:spPr>
        <p:txBody>
          <a:bodyPr/>
          <a:lstStyle/>
          <a:p>
            <a:r>
              <a:rPr lang="en-US" dirty="0"/>
              <a:t>Mediator Pattern Defined</a:t>
            </a:r>
          </a:p>
        </p:txBody>
      </p:sp>
      <p:sp>
        <p:nvSpPr>
          <p:cNvPr id="3" name="Text Placeholder 2">
            <a:extLst>
              <a:ext uri="{FF2B5EF4-FFF2-40B4-BE49-F238E27FC236}">
                <a16:creationId xmlns:a16="http://schemas.microsoft.com/office/drawing/2014/main" id="{07FCFF00-2533-F2F3-EDE5-D53F49B0026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53704519"/>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FADA6-9A1B-59AB-63AF-CD7651350E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16B5C3B-51E5-F770-4D51-C9E98BFC3C6D}"/>
              </a:ext>
            </a:extLst>
          </p:cNvPr>
          <p:cNvSpPr>
            <a:spLocks noGrp="1"/>
          </p:cNvSpPr>
          <p:nvPr>
            <p:ph type="title"/>
          </p:nvPr>
        </p:nvSpPr>
        <p:spPr/>
        <p:txBody>
          <a:bodyPr/>
          <a:lstStyle/>
          <a:p>
            <a:r>
              <a:rPr lang="en-US" dirty="0"/>
              <a:t>Definition</a:t>
            </a:r>
          </a:p>
        </p:txBody>
      </p:sp>
      <p:sp>
        <p:nvSpPr>
          <p:cNvPr id="6" name="Text Placeholder 5">
            <a:extLst>
              <a:ext uri="{FF2B5EF4-FFF2-40B4-BE49-F238E27FC236}">
                <a16:creationId xmlns:a16="http://schemas.microsoft.com/office/drawing/2014/main" id="{94CAA71F-A496-6620-B9F7-B87F78B7B371}"/>
              </a:ext>
            </a:extLst>
          </p:cNvPr>
          <p:cNvSpPr>
            <a:spLocks noGrp="1"/>
          </p:cNvSpPr>
          <p:nvPr>
            <p:ph type="body" sz="half" idx="2"/>
          </p:nvPr>
        </p:nvSpPr>
        <p:spPr/>
        <p:txBody>
          <a:bodyPr>
            <a:normAutofit/>
          </a:bodyPr>
          <a:lstStyle/>
          <a:p>
            <a:r>
              <a:rPr lang="en-US" dirty="0"/>
              <a:t>“Define an object that encapsulates how a set of objects interact. Mediator promotes loose coupling by keeping objects from referring to each other explicitly and I lets you vary their interaction independently.</a:t>
            </a:r>
            <a:r>
              <a:rPr lang="en-US" i="1" dirty="0"/>
              <a:t>”</a:t>
            </a:r>
          </a:p>
        </p:txBody>
      </p:sp>
      <p:sp>
        <p:nvSpPr>
          <p:cNvPr id="3" name="Content Placeholder 2">
            <a:extLst>
              <a:ext uri="{FF2B5EF4-FFF2-40B4-BE49-F238E27FC236}">
                <a16:creationId xmlns:a16="http://schemas.microsoft.com/office/drawing/2014/main" id="{F0A87584-3FC2-C72E-08DC-5D596765F4C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30952806"/>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DB1A5-0051-6378-7865-FD30F2BC4A7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1A7B0F-15B5-8AAF-4AFC-E48B60580228}"/>
              </a:ext>
            </a:extLst>
          </p:cNvPr>
          <p:cNvSpPr>
            <a:spLocks noGrp="1"/>
          </p:cNvSpPr>
          <p:nvPr>
            <p:ph type="title"/>
          </p:nvPr>
        </p:nvSpPr>
        <p:spPr/>
        <p:txBody>
          <a:bodyPr/>
          <a:lstStyle/>
          <a:p>
            <a:r>
              <a:rPr lang="en-US" dirty="0"/>
              <a:t>Elements of a Mediator Design Pattern</a:t>
            </a:r>
          </a:p>
        </p:txBody>
      </p:sp>
      <p:sp>
        <p:nvSpPr>
          <p:cNvPr id="6" name="Content Placeholder 5">
            <a:extLst>
              <a:ext uri="{FF2B5EF4-FFF2-40B4-BE49-F238E27FC236}">
                <a16:creationId xmlns:a16="http://schemas.microsoft.com/office/drawing/2014/main" id="{E3957905-F3AB-11BA-BF46-109D70668300}"/>
              </a:ext>
            </a:extLst>
          </p:cNvPr>
          <p:cNvSpPr>
            <a:spLocks noGrp="1"/>
          </p:cNvSpPr>
          <p:nvPr>
            <p:ph idx="1"/>
          </p:nvPr>
        </p:nvSpPr>
        <p:spPr/>
        <p:txBody>
          <a:bodyPr/>
          <a:lstStyle/>
          <a:p>
            <a:pPr rtl="0"/>
            <a:r>
              <a:rPr lang="en-US" b="1" dirty="0"/>
              <a:t>Mediator Interface</a:t>
            </a:r>
          </a:p>
          <a:p>
            <a:pPr rtl="0"/>
            <a:r>
              <a:rPr lang="en-US" b="1" dirty="0"/>
              <a:t>Concrete Mediator</a:t>
            </a:r>
          </a:p>
          <a:p>
            <a:pPr rtl="0"/>
            <a:r>
              <a:rPr lang="en-US" b="1" dirty="0"/>
              <a:t>Colleague</a:t>
            </a:r>
          </a:p>
          <a:p>
            <a:pPr rtl="0"/>
            <a:r>
              <a:rPr lang="en-US" b="1" dirty="0"/>
              <a:t>Concrete Colleagues</a:t>
            </a:r>
            <a:endParaRPr lang="en-US" dirty="0"/>
          </a:p>
        </p:txBody>
      </p:sp>
    </p:spTree>
    <p:extLst>
      <p:ext uri="{BB962C8B-B14F-4D97-AF65-F5344CB8AC3E}">
        <p14:creationId xmlns:p14="http://schemas.microsoft.com/office/powerpoint/2010/main" val="424187611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F9B03-5727-04B8-D0AC-7344DC61B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C9429-D0B1-F692-F2B0-90377E0A2C9B}"/>
              </a:ext>
            </a:extLst>
          </p:cNvPr>
          <p:cNvSpPr>
            <a:spLocks noGrp="1"/>
          </p:cNvSpPr>
          <p:nvPr>
            <p:ph type="title"/>
          </p:nvPr>
        </p:nvSpPr>
        <p:spPr/>
        <p:txBody>
          <a:bodyPr/>
          <a:lstStyle/>
          <a:p>
            <a:r>
              <a:rPr lang="en-US" dirty="0"/>
              <a:t>Benefits of a Mediator Design Pattern</a:t>
            </a:r>
          </a:p>
        </p:txBody>
      </p:sp>
      <p:sp>
        <p:nvSpPr>
          <p:cNvPr id="3" name="Content Placeholder 2">
            <a:extLst>
              <a:ext uri="{FF2B5EF4-FFF2-40B4-BE49-F238E27FC236}">
                <a16:creationId xmlns:a16="http://schemas.microsoft.com/office/drawing/2014/main" id="{ACA73F0D-9631-EB86-DCE5-B99069E11649}"/>
              </a:ext>
            </a:extLst>
          </p:cNvPr>
          <p:cNvSpPr>
            <a:spLocks noGrp="1"/>
          </p:cNvSpPr>
          <p:nvPr>
            <p:ph idx="1"/>
          </p:nvPr>
        </p:nvSpPr>
        <p:spPr/>
        <p:txBody>
          <a:bodyPr/>
          <a:lstStyle/>
          <a:p>
            <a:pPr rtl="0"/>
            <a:r>
              <a:rPr lang="en-US" b="1" dirty="0"/>
              <a:t>Reduces coupling between components.</a:t>
            </a:r>
          </a:p>
          <a:p>
            <a:pPr rtl="0"/>
            <a:r>
              <a:rPr lang="en-US" b="1" dirty="0"/>
              <a:t>Improves readability</a:t>
            </a:r>
          </a:p>
          <a:p>
            <a:pPr rtl="0"/>
            <a:r>
              <a:rPr lang="en-US" b="1" dirty="0"/>
              <a:t>Facilitates centralized control</a:t>
            </a:r>
          </a:p>
          <a:p>
            <a:pPr rtl="0"/>
            <a:endParaRPr lang="en-US" b="1" dirty="0"/>
          </a:p>
          <a:p>
            <a:pPr rtl="0"/>
            <a:endParaRPr lang="en-US" b="1" dirty="0"/>
          </a:p>
        </p:txBody>
      </p:sp>
    </p:spTree>
    <p:extLst>
      <p:ext uri="{BB962C8B-B14F-4D97-AF65-F5344CB8AC3E}">
        <p14:creationId xmlns:p14="http://schemas.microsoft.com/office/powerpoint/2010/main" val="2515631432"/>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13304-8045-16EC-42F9-E9517B61A9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E9AD1-B59E-4189-59B3-06D7B0ED2031}"/>
              </a:ext>
            </a:extLst>
          </p:cNvPr>
          <p:cNvSpPr>
            <a:spLocks noGrp="1"/>
          </p:cNvSpPr>
          <p:nvPr>
            <p:ph type="title"/>
          </p:nvPr>
        </p:nvSpPr>
        <p:spPr/>
        <p:txBody>
          <a:bodyPr/>
          <a:lstStyle/>
          <a:p>
            <a:r>
              <a:rPr lang="en-US" dirty="0"/>
              <a:t>Down sides of A mediator Design Pattern</a:t>
            </a:r>
          </a:p>
        </p:txBody>
      </p:sp>
      <p:sp>
        <p:nvSpPr>
          <p:cNvPr id="3" name="Content Placeholder 2">
            <a:extLst>
              <a:ext uri="{FF2B5EF4-FFF2-40B4-BE49-F238E27FC236}">
                <a16:creationId xmlns:a16="http://schemas.microsoft.com/office/drawing/2014/main" id="{D6E86B3E-2A6D-A3CF-CCBD-14E4B138F9C3}"/>
              </a:ext>
            </a:extLst>
          </p:cNvPr>
          <p:cNvSpPr>
            <a:spLocks noGrp="1"/>
          </p:cNvSpPr>
          <p:nvPr>
            <p:ph idx="1"/>
          </p:nvPr>
        </p:nvSpPr>
        <p:spPr/>
        <p:txBody>
          <a:bodyPr/>
          <a:lstStyle/>
          <a:p>
            <a:pPr rtl="0">
              <a:buFont typeface="Arial" panose="020B0604020202020204" pitchFamily="34" charset="0"/>
              <a:buChar char="•"/>
            </a:pPr>
            <a:r>
              <a:rPr lang="en-US" b="1" dirty="0"/>
              <a:t>Over-centralization god object.</a:t>
            </a:r>
          </a:p>
          <a:p>
            <a:pPr rtl="0">
              <a:buFont typeface="Arial" panose="020B0604020202020204" pitchFamily="34" charset="0"/>
              <a:buChar char="•"/>
            </a:pPr>
            <a:r>
              <a:rPr lang="en-US" b="1" dirty="0"/>
              <a:t>Reduces component reusability.</a:t>
            </a:r>
          </a:p>
          <a:p>
            <a:pPr rtl="0">
              <a:buFont typeface="Arial" panose="020B0604020202020204" pitchFamily="34" charset="0"/>
              <a:buChar char="•"/>
            </a:pPr>
            <a:r>
              <a:rPr lang="en-US" b="1" dirty="0"/>
              <a:t>Overhead</a:t>
            </a:r>
          </a:p>
          <a:p>
            <a:pPr rtl="0">
              <a:buFont typeface="Arial" panose="020B0604020202020204" pitchFamily="34" charset="0"/>
              <a:buChar char="•"/>
            </a:pPr>
            <a:endParaRPr lang="en-US" dirty="0"/>
          </a:p>
        </p:txBody>
      </p:sp>
    </p:spTree>
    <p:extLst>
      <p:ext uri="{BB962C8B-B14F-4D97-AF65-F5344CB8AC3E}">
        <p14:creationId xmlns:p14="http://schemas.microsoft.com/office/powerpoint/2010/main" val="323737142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94B6D-3669-F8A3-A442-A62378752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0E7F7-CE2B-2077-B199-274AE249A1CC}"/>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4C15F61D-819A-8174-D03C-6308BDA6B761}"/>
              </a:ext>
            </a:extLst>
          </p:cNvPr>
          <p:cNvSpPr>
            <a:spLocks noGrp="1"/>
          </p:cNvSpPr>
          <p:nvPr>
            <p:ph type="body" idx="1"/>
          </p:nvPr>
        </p:nvSpPr>
        <p:spPr/>
        <p:txBody>
          <a:bodyPr/>
          <a:lstStyle/>
          <a:p>
            <a:r>
              <a:rPr lang="en-US" dirty="0"/>
              <a:t>Mediator</a:t>
            </a:r>
          </a:p>
        </p:txBody>
      </p:sp>
    </p:spTree>
    <p:extLst>
      <p:ext uri="{BB962C8B-B14F-4D97-AF65-F5344CB8AC3E}">
        <p14:creationId xmlns:p14="http://schemas.microsoft.com/office/powerpoint/2010/main" val="3852353459"/>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5380F-1DAB-EB8E-EF21-90A63B95C5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44723A2-80BC-BB42-E455-527F85C8D7E4}"/>
              </a:ext>
            </a:extLst>
          </p:cNvPr>
          <p:cNvSpPr>
            <a:spLocks noGrp="1"/>
          </p:cNvSpPr>
          <p:nvPr>
            <p:ph type="title"/>
          </p:nvPr>
        </p:nvSpPr>
        <p:spPr/>
        <p:txBody>
          <a:bodyPr/>
          <a:lstStyle/>
          <a:p>
            <a:r>
              <a:rPr lang="en-US" dirty="0"/>
              <a:t>Mediator pattern and S.O.L.I.D.</a:t>
            </a:r>
          </a:p>
        </p:txBody>
      </p:sp>
      <p:sp>
        <p:nvSpPr>
          <p:cNvPr id="5" name="Content Placeholder 4">
            <a:extLst>
              <a:ext uri="{FF2B5EF4-FFF2-40B4-BE49-F238E27FC236}">
                <a16:creationId xmlns:a16="http://schemas.microsoft.com/office/drawing/2014/main" id="{04751A72-5ADA-92E1-2001-9227733AEA77}"/>
              </a:ext>
            </a:extLst>
          </p:cNvPr>
          <p:cNvSpPr>
            <a:spLocks noGrp="1"/>
          </p:cNvSpPr>
          <p:nvPr>
            <p:ph idx="1"/>
          </p:nvPr>
        </p:nvSpPr>
        <p:spPr/>
        <p:txBody>
          <a:bodyPr/>
          <a:lstStyle/>
          <a:p>
            <a:r>
              <a:rPr lang="en-US" dirty="0"/>
              <a:t>S. (SRP) : Separates the communication between components </a:t>
            </a:r>
          </a:p>
          <a:p>
            <a:r>
              <a:rPr lang="en-US" dirty="0"/>
              <a:t>O. (OCP) : It allows you to add new components to change interaction logic by modifying or extending the mediator.</a:t>
            </a:r>
          </a:p>
          <a:p>
            <a:r>
              <a:rPr lang="en-US" dirty="0"/>
              <a:t>L. (LSP) : You can replace components in the mediator by adhering to the expected interface.</a:t>
            </a:r>
          </a:p>
          <a:p>
            <a:r>
              <a:rPr lang="en-US" dirty="0"/>
              <a:t>I. (ISP) : Everything communicates with the mediator through a narrow well-define interface.</a:t>
            </a:r>
          </a:p>
          <a:p>
            <a:r>
              <a:rPr lang="en-US" dirty="0"/>
              <a:t>D. (DIP) : This does decouple high level object from low-level implementation.</a:t>
            </a:r>
          </a:p>
        </p:txBody>
      </p:sp>
    </p:spTree>
    <p:extLst>
      <p:ext uri="{BB962C8B-B14F-4D97-AF65-F5344CB8AC3E}">
        <p14:creationId xmlns:p14="http://schemas.microsoft.com/office/powerpoint/2010/main" val="1333765497"/>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AC153-C2DE-8DC7-3BD6-EF839E2EE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2DD1A-2929-D79D-17BB-98E67C3F334C}"/>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FC2E9412-E7A9-2A9D-67C2-F3309BF59965}"/>
              </a:ext>
            </a:extLst>
          </p:cNvPr>
          <p:cNvSpPr>
            <a:spLocks noGrp="1"/>
          </p:cNvSpPr>
          <p:nvPr>
            <p:ph type="body" idx="1"/>
          </p:nvPr>
        </p:nvSpPr>
        <p:spPr>
          <a:xfrm>
            <a:off x="685799" y="4624981"/>
            <a:ext cx="10131428" cy="860400"/>
          </a:xfrm>
        </p:spPr>
        <p:txBody>
          <a:bodyPr/>
          <a:lstStyle/>
          <a:p>
            <a:r>
              <a:rPr lang="en-US" dirty="0"/>
              <a:t>Mediator pattern</a:t>
            </a:r>
          </a:p>
        </p:txBody>
      </p:sp>
    </p:spTree>
    <p:extLst>
      <p:ext uri="{BB962C8B-B14F-4D97-AF65-F5344CB8AC3E}">
        <p14:creationId xmlns:p14="http://schemas.microsoft.com/office/powerpoint/2010/main" val="126149007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3F4A8-94F9-5BBC-5583-71A2D3632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2254D-7024-1E0F-CD50-A0408CFF5F1A}"/>
              </a:ext>
            </a:extLst>
          </p:cNvPr>
          <p:cNvSpPr>
            <a:spLocks noGrp="1"/>
          </p:cNvSpPr>
          <p:nvPr>
            <p:ph type="title"/>
          </p:nvPr>
        </p:nvSpPr>
        <p:spPr/>
        <p:txBody>
          <a:bodyPr/>
          <a:lstStyle/>
          <a:p>
            <a:r>
              <a:rPr lang="en-US" dirty="0"/>
              <a:t>What are some Scenarios where The mediator Pattern Might be Useful? </a:t>
            </a:r>
          </a:p>
        </p:txBody>
      </p:sp>
      <p:sp>
        <p:nvSpPr>
          <p:cNvPr id="3" name="Text Placeholder 2">
            <a:extLst>
              <a:ext uri="{FF2B5EF4-FFF2-40B4-BE49-F238E27FC236}">
                <a16:creationId xmlns:a16="http://schemas.microsoft.com/office/drawing/2014/main" id="{334F72F6-8189-2D43-6860-548AAFB9DAF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01208386"/>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1D2AD-51A0-4EB7-94FE-6130776664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73F4687-D2C0-ACC8-2239-727BDF795BF4}"/>
              </a:ext>
            </a:extLst>
          </p:cNvPr>
          <p:cNvSpPr>
            <a:spLocks noGrp="1"/>
          </p:cNvSpPr>
          <p:nvPr>
            <p:ph type="title"/>
          </p:nvPr>
        </p:nvSpPr>
        <p:spPr/>
        <p:txBody>
          <a:bodyPr/>
          <a:lstStyle/>
          <a:p>
            <a:r>
              <a:rPr lang="en-US" dirty="0"/>
              <a:t>Scenarios where The Mediator pattern is often Used</a:t>
            </a:r>
          </a:p>
        </p:txBody>
      </p:sp>
      <p:sp>
        <p:nvSpPr>
          <p:cNvPr id="5" name="Content Placeholder 4">
            <a:extLst>
              <a:ext uri="{FF2B5EF4-FFF2-40B4-BE49-F238E27FC236}">
                <a16:creationId xmlns:a16="http://schemas.microsoft.com/office/drawing/2014/main" id="{8AFAA9DF-49CA-55EA-28EA-D25F27BD1D22}"/>
              </a:ext>
            </a:extLst>
          </p:cNvPr>
          <p:cNvSpPr>
            <a:spLocks noGrp="1"/>
          </p:cNvSpPr>
          <p:nvPr>
            <p:ph idx="1"/>
          </p:nvPr>
        </p:nvSpPr>
        <p:spPr/>
        <p:txBody>
          <a:bodyPr/>
          <a:lstStyle/>
          <a:p>
            <a:r>
              <a:rPr lang="en-US" dirty="0"/>
              <a:t>Air Traffic Control</a:t>
            </a:r>
          </a:p>
          <a:p>
            <a:r>
              <a:rPr lang="en-US" dirty="0"/>
              <a:t>Chat Applications</a:t>
            </a:r>
          </a:p>
          <a:p>
            <a:r>
              <a:rPr lang="en-US" dirty="0"/>
              <a:t>UI coordination between controls.</a:t>
            </a:r>
          </a:p>
          <a:p>
            <a:r>
              <a:rPr lang="en-US" dirty="0"/>
              <a:t>MMO</a:t>
            </a:r>
          </a:p>
        </p:txBody>
      </p:sp>
    </p:spTree>
    <p:extLst>
      <p:ext uri="{BB962C8B-B14F-4D97-AF65-F5344CB8AC3E}">
        <p14:creationId xmlns:p14="http://schemas.microsoft.com/office/powerpoint/2010/main" val="205162947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4FB22-ACD0-BB7D-9D7A-32B016F1C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8493F-6AC1-F6A5-F5ED-B50F24756614}"/>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0B04A83C-1924-4D4F-004C-8A0921A652E8}"/>
              </a:ext>
            </a:extLst>
          </p:cNvPr>
          <p:cNvSpPr>
            <a:spLocks noGrp="1"/>
          </p:cNvSpPr>
          <p:nvPr>
            <p:ph type="body" idx="1"/>
          </p:nvPr>
        </p:nvSpPr>
        <p:spPr/>
        <p:txBody>
          <a:bodyPr/>
          <a:lstStyle/>
          <a:p>
            <a:r>
              <a:rPr lang="en-US" dirty="0"/>
              <a:t>Mediator Pattern</a:t>
            </a:r>
          </a:p>
        </p:txBody>
      </p:sp>
    </p:spTree>
    <p:extLst>
      <p:ext uri="{BB962C8B-B14F-4D97-AF65-F5344CB8AC3E}">
        <p14:creationId xmlns:p14="http://schemas.microsoft.com/office/powerpoint/2010/main" val="48021064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28AD-67D5-9EDB-F8D2-32E274C69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0C4BF-1936-0A05-920F-DF73307F5C00}"/>
              </a:ext>
            </a:extLst>
          </p:cNvPr>
          <p:cNvSpPr>
            <a:spLocks noGrp="1"/>
          </p:cNvSpPr>
          <p:nvPr>
            <p:ph type="title"/>
          </p:nvPr>
        </p:nvSpPr>
        <p:spPr/>
        <p:txBody>
          <a:bodyPr/>
          <a:lstStyle/>
          <a:p>
            <a:r>
              <a:rPr lang="en-US" dirty="0"/>
              <a:t>Implementing a Mediator Pattern in Code</a:t>
            </a:r>
          </a:p>
        </p:txBody>
      </p:sp>
      <p:sp>
        <p:nvSpPr>
          <p:cNvPr id="3" name="Text Placeholder 2">
            <a:extLst>
              <a:ext uri="{FF2B5EF4-FFF2-40B4-BE49-F238E27FC236}">
                <a16:creationId xmlns:a16="http://schemas.microsoft.com/office/drawing/2014/main" id="{D1A40D5B-7FC5-2235-3925-0D99AD0B78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16934667"/>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EAEA0-4657-3FAE-BE4E-9D72FF3780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744BE9C-4355-DCFC-35FB-7E5824AA4894}"/>
              </a:ext>
            </a:extLst>
          </p:cNvPr>
          <p:cNvSpPr>
            <a:spLocks noGrp="1"/>
          </p:cNvSpPr>
          <p:nvPr>
            <p:ph type="title"/>
          </p:nvPr>
        </p:nvSpPr>
        <p:spPr>
          <a:xfrm>
            <a:off x="810986" y="1392695"/>
            <a:ext cx="10131427" cy="1468800"/>
          </a:xfrm>
        </p:spPr>
        <p:txBody>
          <a:bodyPr/>
          <a:lstStyle/>
          <a:p>
            <a:r>
              <a:rPr lang="en-US" dirty="0"/>
              <a:t>Command Design Pattern</a:t>
            </a:r>
          </a:p>
        </p:txBody>
      </p:sp>
      <p:sp>
        <p:nvSpPr>
          <p:cNvPr id="5" name="Text Placeholder 4">
            <a:extLst>
              <a:ext uri="{FF2B5EF4-FFF2-40B4-BE49-F238E27FC236}">
                <a16:creationId xmlns:a16="http://schemas.microsoft.com/office/drawing/2014/main" id="{162D9A8D-8357-F04A-E6EF-4496BAFE6D9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6548837"/>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E4CFE-7E17-DC59-32E3-254956FEA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E8893-475E-ACC0-2B9B-87A392FA5F0D}"/>
              </a:ext>
            </a:extLst>
          </p:cNvPr>
          <p:cNvSpPr>
            <a:spLocks noGrp="1"/>
          </p:cNvSpPr>
          <p:nvPr>
            <p:ph type="title"/>
          </p:nvPr>
        </p:nvSpPr>
        <p:spPr/>
        <p:txBody>
          <a:bodyPr/>
          <a:lstStyle/>
          <a:p>
            <a:r>
              <a:rPr lang="en-US" dirty="0"/>
              <a:t>Command problem space</a:t>
            </a:r>
          </a:p>
        </p:txBody>
      </p:sp>
      <p:sp>
        <p:nvSpPr>
          <p:cNvPr id="3" name="Text Placeholder 2">
            <a:extLst>
              <a:ext uri="{FF2B5EF4-FFF2-40B4-BE49-F238E27FC236}">
                <a16:creationId xmlns:a16="http://schemas.microsoft.com/office/drawing/2014/main" id="{49C314C7-2AF7-3FEE-CFB3-CFE0053E5CEB}"/>
              </a:ext>
            </a:extLst>
          </p:cNvPr>
          <p:cNvSpPr>
            <a:spLocks noGrp="1"/>
          </p:cNvSpPr>
          <p:nvPr>
            <p:ph type="body" idx="1"/>
          </p:nvPr>
        </p:nvSpPr>
        <p:spPr/>
        <p:txBody>
          <a:bodyPr/>
          <a:lstStyle/>
          <a:p>
            <a:r>
              <a:rPr lang="en-US" dirty="0"/>
              <a:t>Do different stuff in the Same Way</a:t>
            </a:r>
          </a:p>
        </p:txBody>
      </p:sp>
    </p:spTree>
    <p:extLst>
      <p:ext uri="{BB962C8B-B14F-4D97-AF65-F5344CB8AC3E}">
        <p14:creationId xmlns:p14="http://schemas.microsoft.com/office/powerpoint/2010/main" val="2202048525"/>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6CC8-4CF6-0093-4269-96578C3235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088553E-14E9-F627-1244-9DEB5B870CB6}"/>
              </a:ext>
            </a:extLst>
          </p:cNvPr>
          <p:cNvSpPr>
            <a:spLocks noGrp="1"/>
          </p:cNvSpPr>
          <p:nvPr>
            <p:ph type="title"/>
          </p:nvPr>
        </p:nvSpPr>
        <p:spPr/>
        <p:txBody>
          <a:bodyPr/>
          <a:lstStyle/>
          <a:p>
            <a:r>
              <a:rPr lang="en-US" dirty="0"/>
              <a:t>What problems does Command Pattern Help Solve?</a:t>
            </a:r>
          </a:p>
        </p:txBody>
      </p:sp>
      <p:sp>
        <p:nvSpPr>
          <p:cNvPr id="5" name="Content Placeholder 4">
            <a:extLst>
              <a:ext uri="{FF2B5EF4-FFF2-40B4-BE49-F238E27FC236}">
                <a16:creationId xmlns:a16="http://schemas.microsoft.com/office/drawing/2014/main" id="{96258407-559E-2069-E573-53F5DF6C46DC}"/>
              </a:ext>
            </a:extLst>
          </p:cNvPr>
          <p:cNvSpPr>
            <a:spLocks noGrp="1"/>
          </p:cNvSpPr>
          <p:nvPr>
            <p:ph idx="1"/>
          </p:nvPr>
        </p:nvSpPr>
        <p:spPr/>
        <p:txBody>
          <a:bodyPr/>
          <a:lstStyle/>
          <a:p>
            <a:r>
              <a:rPr lang="en-US" dirty="0"/>
              <a:t>The system is controlled by complex combinations of inputs.</a:t>
            </a:r>
          </a:p>
        </p:txBody>
      </p:sp>
    </p:spTree>
    <p:extLst>
      <p:ext uri="{BB962C8B-B14F-4D97-AF65-F5344CB8AC3E}">
        <p14:creationId xmlns:p14="http://schemas.microsoft.com/office/powerpoint/2010/main" val="2890543683"/>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A3B15-C57B-DA71-292A-915566B4E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CDB216-5CE9-5547-0147-C91B5F2C5DC0}"/>
              </a:ext>
            </a:extLst>
          </p:cNvPr>
          <p:cNvSpPr>
            <a:spLocks noGrp="1"/>
          </p:cNvSpPr>
          <p:nvPr>
            <p:ph type="title"/>
          </p:nvPr>
        </p:nvSpPr>
        <p:spPr>
          <a:xfrm>
            <a:off x="685800" y="3139853"/>
            <a:ext cx="10131427" cy="1468800"/>
          </a:xfrm>
        </p:spPr>
        <p:txBody>
          <a:bodyPr/>
          <a:lstStyle/>
          <a:p>
            <a:r>
              <a:rPr lang="en-US" dirty="0"/>
              <a:t>Command Pattern Defined</a:t>
            </a:r>
          </a:p>
        </p:txBody>
      </p:sp>
      <p:sp>
        <p:nvSpPr>
          <p:cNvPr id="3" name="Text Placeholder 2">
            <a:extLst>
              <a:ext uri="{FF2B5EF4-FFF2-40B4-BE49-F238E27FC236}">
                <a16:creationId xmlns:a16="http://schemas.microsoft.com/office/drawing/2014/main" id="{CEB5A194-527E-9609-E010-0182F7EE5AC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95661396"/>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1D575-94F6-631C-D3B6-CE526A631E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918776-19E0-44B2-CCED-D0E2F4D16EF4}"/>
              </a:ext>
            </a:extLst>
          </p:cNvPr>
          <p:cNvSpPr>
            <a:spLocks noGrp="1"/>
          </p:cNvSpPr>
          <p:nvPr>
            <p:ph type="title"/>
          </p:nvPr>
        </p:nvSpPr>
        <p:spPr/>
        <p:txBody>
          <a:bodyPr/>
          <a:lstStyle/>
          <a:p>
            <a:r>
              <a:rPr lang="en-US" dirty="0"/>
              <a:t>Definition</a:t>
            </a:r>
          </a:p>
        </p:txBody>
      </p:sp>
      <p:sp>
        <p:nvSpPr>
          <p:cNvPr id="6" name="Text Placeholder 5">
            <a:extLst>
              <a:ext uri="{FF2B5EF4-FFF2-40B4-BE49-F238E27FC236}">
                <a16:creationId xmlns:a16="http://schemas.microsoft.com/office/drawing/2014/main" id="{105A343F-8A79-2253-BC7C-FD3BFE43AD3C}"/>
              </a:ext>
            </a:extLst>
          </p:cNvPr>
          <p:cNvSpPr>
            <a:spLocks noGrp="1"/>
          </p:cNvSpPr>
          <p:nvPr>
            <p:ph type="body" sz="half" idx="2"/>
          </p:nvPr>
        </p:nvSpPr>
        <p:spPr/>
        <p:txBody>
          <a:bodyPr>
            <a:normAutofit/>
          </a:bodyPr>
          <a:lstStyle/>
          <a:p>
            <a:r>
              <a:rPr lang="en-US" dirty="0"/>
              <a:t>“Encapsulate a request as an object, thereby letting you parameterize clients with different requests, queue or log requests, and support undoable operations.</a:t>
            </a:r>
            <a:r>
              <a:rPr lang="en-US" i="1" dirty="0"/>
              <a:t>”</a:t>
            </a:r>
          </a:p>
        </p:txBody>
      </p:sp>
      <p:sp>
        <p:nvSpPr>
          <p:cNvPr id="3" name="Content Placeholder 2">
            <a:extLst>
              <a:ext uri="{FF2B5EF4-FFF2-40B4-BE49-F238E27FC236}">
                <a16:creationId xmlns:a16="http://schemas.microsoft.com/office/drawing/2014/main" id="{C51CD96B-9006-6228-7215-90C8AD92C35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3218103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1DA20-09B6-2FE8-47DC-D9759F406C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059AF3-4D1D-2752-43CD-202D7B23E385}"/>
              </a:ext>
            </a:extLst>
          </p:cNvPr>
          <p:cNvSpPr>
            <a:spLocks noGrp="1"/>
          </p:cNvSpPr>
          <p:nvPr>
            <p:ph type="title"/>
          </p:nvPr>
        </p:nvSpPr>
        <p:spPr/>
        <p:txBody>
          <a:bodyPr/>
          <a:lstStyle/>
          <a:p>
            <a:r>
              <a:rPr lang="en-US" dirty="0"/>
              <a:t>Elements of a Command Design Pattern</a:t>
            </a:r>
          </a:p>
        </p:txBody>
      </p:sp>
      <p:sp>
        <p:nvSpPr>
          <p:cNvPr id="6" name="Content Placeholder 5">
            <a:extLst>
              <a:ext uri="{FF2B5EF4-FFF2-40B4-BE49-F238E27FC236}">
                <a16:creationId xmlns:a16="http://schemas.microsoft.com/office/drawing/2014/main" id="{ED70FB3A-DFD0-5F6F-4BF0-A5204B00A37F}"/>
              </a:ext>
            </a:extLst>
          </p:cNvPr>
          <p:cNvSpPr>
            <a:spLocks noGrp="1"/>
          </p:cNvSpPr>
          <p:nvPr>
            <p:ph idx="1"/>
          </p:nvPr>
        </p:nvSpPr>
        <p:spPr/>
        <p:txBody>
          <a:bodyPr/>
          <a:lstStyle/>
          <a:p>
            <a:pPr rtl="0"/>
            <a:r>
              <a:rPr lang="en-US" b="1" dirty="0"/>
              <a:t>Command (Interface) : Interface that lets this function as a command. (Don’t use COMMAND name in C#)</a:t>
            </a:r>
          </a:p>
          <a:p>
            <a:pPr rtl="0"/>
            <a:r>
              <a:rPr lang="en-US" b="1" dirty="0"/>
              <a:t>Concrete Command : </a:t>
            </a:r>
          </a:p>
          <a:p>
            <a:pPr rtl="0"/>
            <a:r>
              <a:rPr lang="en-US" b="1" dirty="0"/>
              <a:t>Client : creates the command object and set’s its receiver.</a:t>
            </a:r>
          </a:p>
          <a:p>
            <a:pPr rtl="0"/>
            <a:r>
              <a:rPr lang="en-US" b="1" dirty="0"/>
              <a:t>Invoker : Asks the command to carry out the request.</a:t>
            </a:r>
          </a:p>
          <a:p>
            <a:pPr rtl="0"/>
            <a:r>
              <a:rPr lang="en-US" b="1" dirty="0"/>
              <a:t>Receiver : Knows how to perform the operations associated with carrying out the request.</a:t>
            </a:r>
            <a:endParaRPr lang="en-US" dirty="0"/>
          </a:p>
        </p:txBody>
      </p:sp>
    </p:spTree>
    <p:extLst>
      <p:ext uri="{BB962C8B-B14F-4D97-AF65-F5344CB8AC3E}">
        <p14:creationId xmlns:p14="http://schemas.microsoft.com/office/powerpoint/2010/main" val="264103229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73177-0AE6-6C86-DEC0-E7726F5ED8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5BE71-0111-6330-792C-DAC56BB25BA1}"/>
              </a:ext>
            </a:extLst>
          </p:cNvPr>
          <p:cNvSpPr>
            <a:spLocks noGrp="1"/>
          </p:cNvSpPr>
          <p:nvPr>
            <p:ph type="title"/>
          </p:nvPr>
        </p:nvSpPr>
        <p:spPr/>
        <p:txBody>
          <a:bodyPr/>
          <a:lstStyle/>
          <a:p>
            <a:r>
              <a:rPr lang="en-US" dirty="0"/>
              <a:t>Benefits of a Command Design Pattern</a:t>
            </a:r>
          </a:p>
        </p:txBody>
      </p:sp>
      <p:sp>
        <p:nvSpPr>
          <p:cNvPr id="3" name="Content Placeholder 2">
            <a:extLst>
              <a:ext uri="{FF2B5EF4-FFF2-40B4-BE49-F238E27FC236}">
                <a16:creationId xmlns:a16="http://schemas.microsoft.com/office/drawing/2014/main" id="{31E3823D-C8A5-BC63-C495-F31FF3F93737}"/>
              </a:ext>
            </a:extLst>
          </p:cNvPr>
          <p:cNvSpPr>
            <a:spLocks noGrp="1"/>
          </p:cNvSpPr>
          <p:nvPr>
            <p:ph idx="1"/>
          </p:nvPr>
        </p:nvSpPr>
        <p:spPr/>
        <p:txBody>
          <a:bodyPr/>
          <a:lstStyle/>
          <a:p>
            <a:pPr rtl="0"/>
            <a:r>
              <a:rPr lang="en-US" b="1" dirty="0"/>
              <a:t>Decouples sender and </a:t>
            </a:r>
            <a:r>
              <a:rPr lang="en-US" b="1" dirty="0" err="1"/>
              <a:t>reciever</a:t>
            </a:r>
            <a:endParaRPr lang="en-US" b="1" dirty="0"/>
          </a:p>
          <a:p>
            <a:pPr rtl="0"/>
            <a:r>
              <a:rPr lang="en-US" b="1" dirty="0"/>
              <a:t>Encapsulation of requests</a:t>
            </a:r>
          </a:p>
          <a:p>
            <a:pPr rtl="0"/>
            <a:r>
              <a:rPr lang="en-US" b="1" dirty="0"/>
              <a:t>Undo and Redo</a:t>
            </a:r>
          </a:p>
          <a:p>
            <a:pPr rtl="0"/>
            <a:r>
              <a:rPr lang="en-US" b="1" dirty="0"/>
              <a:t>Queuing.</a:t>
            </a:r>
          </a:p>
          <a:p>
            <a:pPr rtl="0"/>
            <a:r>
              <a:rPr lang="en-US" b="1" dirty="0"/>
              <a:t>Extensibility</a:t>
            </a:r>
          </a:p>
          <a:p>
            <a:pPr rtl="0"/>
            <a:endParaRPr lang="en-US" b="1" dirty="0"/>
          </a:p>
          <a:p>
            <a:pPr rtl="0"/>
            <a:endParaRPr lang="en-US" b="1" dirty="0"/>
          </a:p>
        </p:txBody>
      </p:sp>
    </p:spTree>
    <p:extLst>
      <p:ext uri="{BB962C8B-B14F-4D97-AF65-F5344CB8AC3E}">
        <p14:creationId xmlns:p14="http://schemas.microsoft.com/office/powerpoint/2010/main" val="86913660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381B4-D52D-6E3F-E1D1-2B2B3DE23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69BBA-196A-DF84-797E-50B4C3134865}"/>
              </a:ext>
            </a:extLst>
          </p:cNvPr>
          <p:cNvSpPr>
            <a:spLocks noGrp="1"/>
          </p:cNvSpPr>
          <p:nvPr>
            <p:ph type="title"/>
          </p:nvPr>
        </p:nvSpPr>
        <p:spPr/>
        <p:txBody>
          <a:bodyPr/>
          <a:lstStyle/>
          <a:p>
            <a:r>
              <a:rPr lang="en-US" dirty="0"/>
              <a:t>Down sides of A Command Design Pattern</a:t>
            </a:r>
          </a:p>
        </p:txBody>
      </p:sp>
      <p:sp>
        <p:nvSpPr>
          <p:cNvPr id="3" name="Content Placeholder 2">
            <a:extLst>
              <a:ext uri="{FF2B5EF4-FFF2-40B4-BE49-F238E27FC236}">
                <a16:creationId xmlns:a16="http://schemas.microsoft.com/office/drawing/2014/main" id="{00B78D81-AF6E-A79F-EA51-78FA28E9F8B6}"/>
              </a:ext>
            </a:extLst>
          </p:cNvPr>
          <p:cNvSpPr>
            <a:spLocks noGrp="1"/>
          </p:cNvSpPr>
          <p:nvPr>
            <p:ph idx="1"/>
          </p:nvPr>
        </p:nvSpPr>
        <p:spPr/>
        <p:txBody>
          <a:bodyPr/>
          <a:lstStyle/>
          <a:p>
            <a:pPr rtl="0">
              <a:buFont typeface="Arial" panose="020B0604020202020204" pitchFamily="34" charset="0"/>
              <a:buChar char="•"/>
            </a:pPr>
            <a:r>
              <a:rPr lang="en-US" b="1" dirty="0"/>
              <a:t>Increased code complexity.</a:t>
            </a:r>
          </a:p>
          <a:p>
            <a:pPr rtl="0">
              <a:buFont typeface="Arial" panose="020B0604020202020204" pitchFamily="34" charset="0"/>
              <a:buChar char="•"/>
            </a:pPr>
            <a:r>
              <a:rPr lang="en-US" b="1" dirty="0"/>
              <a:t>Boilerplate Code.</a:t>
            </a:r>
          </a:p>
          <a:p>
            <a:pPr rtl="0">
              <a:buFont typeface="Arial" panose="020B0604020202020204" pitchFamily="34" charset="0"/>
              <a:buChar char="•"/>
            </a:pPr>
            <a:r>
              <a:rPr lang="en-US" b="1" dirty="0"/>
              <a:t>Overhead</a:t>
            </a:r>
          </a:p>
          <a:p>
            <a:pPr rtl="0">
              <a:buFont typeface="Arial" panose="020B0604020202020204" pitchFamily="34" charset="0"/>
              <a:buChar char="•"/>
            </a:pPr>
            <a:r>
              <a:rPr lang="en-US" b="1" dirty="0"/>
              <a:t>Increased Memory Usage.</a:t>
            </a:r>
          </a:p>
          <a:p>
            <a:pPr rtl="0">
              <a:buFont typeface="Arial" panose="020B0604020202020204" pitchFamily="34" charset="0"/>
              <a:buChar char="•"/>
            </a:pPr>
            <a:endParaRPr lang="en-US" dirty="0"/>
          </a:p>
        </p:txBody>
      </p:sp>
    </p:spTree>
    <p:extLst>
      <p:ext uri="{BB962C8B-B14F-4D97-AF65-F5344CB8AC3E}">
        <p14:creationId xmlns:p14="http://schemas.microsoft.com/office/powerpoint/2010/main" val="132830324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BCC25-C79B-FE8A-83A5-27E6690F4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98DDE-9FED-EB18-D82D-A83B4971E76C}"/>
              </a:ext>
            </a:extLst>
          </p:cNvPr>
          <p:cNvSpPr>
            <a:spLocks noGrp="1"/>
          </p:cNvSpPr>
          <p:nvPr>
            <p:ph type="title"/>
          </p:nvPr>
        </p:nvSpPr>
        <p:spPr/>
        <p:txBody>
          <a:bodyPr/>
          <a:lstStyle/>
          <a:p>
            <a:r>
              <a:rPr lang="en-US" dirty="0"/>
              <a:t>Relationship to Solid</a:t>
            </a:r>
          </a:p>
        </p:txBody>
      </p:sp>
      <p:sp>
        <p:nvSpPr>
          <p:cNvPr id="3" name="Text Placeholder 2">
            <a:extLst>
              <a:ext uri="{FF2B5EF4-FFF2-40B4-BE49-F238E27FC236}">
                <a16:creationId xmlns:a16="http://schemas.microsoft.com/office/drawing/2014/main" id="{E1B4887E-811E-6EB8-8FE3-EE08AA99EC5B}"/>
              </a:ext>
            </a:extLst>
          </p:cNvPr>
          <p:cNvSpPr>
            <a:spLocks noGrp="1"/>
          </p:cNvSpPr>
          <p:nvPr>
            <p:ph type="body" idx="1"/>
          </p:nvPr>
        </p:nvSpPr>
        <p:spPr/>
        <p:txBody>
          <a:bodyPr/>
          <a:lstStyle/>
          <a:p>
            <a:r>
              <a:rPr lang="en-US" dirty="0"/>
              <a:t>Command</a:t>
            </a:r>
          </a:p>
        </p:txBody>
      </p:sp>
    </p:spTree>
    <p:extLst>
      <p:ext uri="{BB962C8B-B14F-4D97-AF65-F5344CB8AC3E}">
        <p14:creationId xmlns:p14="http://schemas.microsoft.com/office/powerpoint/2010/main" val="2015509986"/>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0F2A6-C425-F36C-8C31-E10559D7AE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773E416-A53D-B48F-931C-C3A54A713436}"/>
              </a:ext>
            </a:extLst>
          </p:cNvPr>
          <p:cNvSpPr>
            <a:spLocks noGrp="1"/>
          </p:cNvSpPr>
          <p:nvPr>
            <p:ph type="title"/>
          </p:nvPr>
        </p:nvSpPr>
        <p:spPr/>
        <p:txBody>
          <a:bodyPr/>
          <a:lstStyle/>
          <a:p>
            <a:r>
              <a:rPr lang="en-US" dirty="0"/>
              <a:t>Mediator pattern and S.O.L.I.D.</a:t>
            </a:r>
          </a:p>
        </p:txBody>
      </p:sp>
      <p:sp>
        <p:nvSpPr>
          <p:cNvPr id="5" name="Content Placeholder 4">
            <a:extLst>
              <a:ext uri="{FF2B5EF4-FFF2-40B4-BE49-F238E27FC236}">
                <a16:creationId xmlns:a16="http://schemas.microsoft.com/office/drawing/2014/main" id="{70B8EF7D-55D1-F1D6-BA2B-BB4EC0F53AE8}"/>
              </a:ext>
            </a:extLst>
          </p:cNvPr>
          <p:cNvSpPr>
            <a:spLocks noGrp="1"/>
          </p:cNvSpPr>
          <p:nvPr>
            <p:ph idx="1"/>
          </p:nvPr>
        </p:nvSpPr>
        <p:spPr/>
        <p:txBody>
          <a:bodyPr/>
          <a:lstStyle/>
          <a:p>
            <a:r>
              <a:rPr lang="en-US" dirty="0"/>
              <a:t>S. (SRP) : Commands encapsulate a single request and each piece has a single </a:t>
            </a:r>
            <a:r>
              <a:rPr lang="en-US" dirty="0" err="1"/>
              <a:t>reponsiblity</a:t>
            </a:r>
            <a:r>
              <a:rPr lang="en-US" dirty="0"/>
              <a:t>.</a:t>
            </a:r>
          </a:p>
          <a:p>
            <a:r>
              <a:rPr lang="en-US" dirty="0"/>
              <a:t>O. (OCP) : You can add commands without modifying existing code.</a:t>
            </a:r>
          </a:p>
          <a:p>
            <a:r>
              <a:rPr lang="en-US" dirty="0"/>
              <a:t>L. (LSP) : By implementing a common interface commands can fill this role.</a:t>
            </a:r>
          </a:p>
          <a:p>
            <a:r>
              <a:rPr lang="en-US" dirty="0"/>
              <a:t>I. (ISP) : The command object is minimal in that it provides just enough to run the command.</a:t>
            </a:r>
          </a:p>
          <a:p>
            <a:r>
              <a:rPr lang="en-US" dirty="0"/>
              <a:t>D. (DIP) : Invoker accepts Command Interface objects not specific command implementations.</a:t>
            </a:r>
          </a:p>
        </p:txBody>
      </p:sp>
    </p:spTree>
    <p:extLst>
      <p:ext uri="{BB962C8B-B14F-4D97-AF65-F5344CB8AC3E}">
        <p14:creationId xmlns:p14="http://schemas.microsoft.com/office/powerpoint/2010/main" val="2232946330"/>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4A69B-6AC3-6C56-A1DC-42764F7F0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6CA1B-3019-CEFA-43E4-B2F8CBFC1156}"/>
              </a:ext>
            </a:extLst>
          </p:cNvPr>
          <p:cNvSpPr>
            <a:spLocks noGrp="1"/>
          </p:cNvSpPr>
          <p:nvPr>
            <p:ph type="title"/>
          </p:nvPr>
        </p:nvSpPr>
        <p:spPr/>
        <p:txBody>
          <a:bodyPr/>
          <a:lstStyle/>
          <a:p>
            <a:r>
              <a:rPr lang="en-US" dirty="0"/>
              <a:t>Real World Scenarios</a:t>
            </a:r>
          </a:p>
        </p:txBody>
      </p:sp>
      <p:sp>
        <p:nvSpPr>
          <p:cNvPr id="3" name="Text Placeholder 2">
            <a:extLst>
              <a:ext uri="{FF2B5EF4-FFF2-40B4-BE49-F238E27FC236}">
                <a16:creationId xmlns:a16="http://schemas.microsoft.com/office/drawing/2014/main" id="{2E3E3C40-0C2F-3C06-4C43-34C65747AD84}"/>
              </a:ext>
            </a:extLst>
          </p:cNvPr>
          <p:cNvSpPr>
            <a:spLocks noGrp="1"/>
          </p:cNvSpPr>
          <p:nvPr>
            <p:ph type="body" idx="1"/>
          </p:nvPr>
        </p:nvSpPr>
        <p:spPr>
          <a:xfrm>
            <a:off x="685799" y="4624981"/>
            <a:ext cx="10131428" cy="860400"/>
          </a:xfrm>
        </p:spPr>
        <p:txBody>
          <a:bodyPr/>
          <a:lstStyle/>
          <a:p>
            <a:r>
              <a:rPr lang="en-US" dirty="0"/>
              <a:t>Command pattern</a:t>
            </a:r>
          </a:p>
        </p:txBody>
      </p:sp>
    </p:spTree>
    <p:extLst>
      <p:ext uri="{BB962C8B-B14F-4D97-AF65-F5344CB8AC3E}">
        <p14:creationId xmlns:p14="http://schemas.microsoft.com/office/powerpoint/2010/main" val="217848899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A992B-03B1-D2D9-112E-1B80B1091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E925C-4AAC-2C9F-9C7C-221710DBDBCB}"/>
              </a:ext>
            </a:extLst>
          </p:cNvPr>
          <p:cNvSpPr>
            <a:spLocks noGrp="1"/>
          </p:cNvSpPr>
          <p:nvPr>
            <p:ph type="title"/>
          </p:nvPr>
        </p:nvSpPr>
        <p:spPr/>
        <p:txBody>
          <a:bodyPr/>
          <a:lstStyle/>
          <a:p>
            <a:r>
              <a:rPr lang="en-US" dirty="0"/>
              <a:t>What are some Scenarios where The Command Pattern Might be Useful? </a:t>
            </a:r>
          </a:p>
        </p:txBody>
      </p:sp>
      <p:sp>
        <p:nvSpPr>
          <p:cNvPr id="3" name="Text Placeholder 2">
            <a:extLst>
              <a:ext uri="{FF2B5EF4-FFF2-40B4-BE49-F238E27FC236}">
                <a16:creationId xmlns:a16="http://schemas.microsoft.com/office/drawing/2014/main" id="{BF8C6A7E-B648-F51D-E438-AB7F1E813F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82017122"/>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D42C5-2FB4-9AF3-D0D5-EBA2E5B669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CD0B445-4B70-D82F-CE7C-1D9F3056167C}"/>
              </a:ext>
            </a:extLst>
          </p:cNvPr>
          <p:cNvSpPr>
            <a:spLocks noGrp="1"/>
          </p:cNvSpPr>
          <p:nvPr>
            <p:ph type="title"/>
          </p:nvPr>
        </p:nvSpPr>
        <p:spPr/>
        <p:txBody>
          <a:bodyPr/>
          <a:lstStyle/>
          <a:p>
            <a:r>
              <a:rPr lang="en-US" dirty="0"/>
              <a:t>Scenarios where The Command pattern is often Used</a:t>
            </a:r>
          </a:p>
        </p:txBody>
      </p:sp>
      <p:sp>
        <p:nvSpPr>
          <p:cNvPr id="5" name="Content Placeholder 4">
            <a:extLst>
              <a:ext uri="{FF2B5EF4-FFF2-40B4-BE49-F238E27FC236}">
                <a16:creationId xmlns:a16="http://schemas.microsoft.com/office/drawing/2014/main" id="{B4B086EB-8BB2-61CE-6DD5-78E3B4A862BF}"/>
              </a:ext>
            </a:extLst>
          </p:cNvPr>
          <p:cNvSpPr>
            <a:spLocks noGrp="1"/>
          </p:cNvSpPr>
          <p:nvPr>
            <p:ph idx="1"/>
          </p:nvPr>
        </p:nvSpPr>
        <p:spPr/>
        <p:txBody>
          <a:bodyPr/>
          <a:lstStyle/>
          <a:p>
            <a:r>
              <a:rPr lang="en-US" dirty="0"/>
              <a:t>Menus</a:t>
            </a:r>
          </a:p>
          <a:p>
            <a:r>
              <a:rPr lang="en-US" dirty="0"/>
              <a:t>Undo Redo</a:t>
            </a:r>
          </a:p>
          <a:p>
            <a:r>
              <a:rPr lang="en-US" dirty="0"/>
              <a:t>Macro Recording/Scripting</a:t>
            </a:r>
          </a:p>
          <a:p>
            <a:r>
              <a:rPr lang="en-US" dirty="0"/>
              <a:t>Test Automation</a:t>
            </a:r>
          </a:p>
          <a:p>
            <a:r>
              <a:rPr lang="en-US" dirty="0"/>
              <a:t>Game Development (Actions encapsulated as Commands)</a:t>
            </a:r>
          </a:p>
          <a:p>
            <a:endParaRPr lang="en-US" dirty="0"/>
          </a:p>
          <a:p>
            <a:endParaRPr lang="en-US" dirty="0"/>
          </a:p>
        </p:txBody>
      </p:sp>
    </p:spTree>
    <p:extLst>
      <p:ext uri="{BB962C8B-B14F-4D97-AF65-F5344CB8AC3E}">
        <p14:creationId xmlns:p14="http://schemas.microsoft.com/office/powerpoint/2010/main" val="1965081999"/>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1BBD1-54CE-0982-40A2-249E69BB1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2BBE1-4B54-75AA-60DA-42330464D621}"/>
              </a:ext>
            </a:extLst>
          </p:cNvPr>
          <p:cNvSpPr>
            <a:spLocks noGrp="1"/>
          </p:cNvSpPr>
          <p:nvPr>
            <p:ph type="title"/>
          </p:nvPr>
        </p:nvSpPr>
        <p:spPr/>
        <p:txBody>
          <a:bodyPr/>
          <a:lstStyle/>
          <a:p>
            <a:r>
              <a:rPr lang="en-US" dirty="0"/>
              <a:t>Implementation</a:t>
            </a:r>
          </a:p>
        </p:txBody>
      </p:sp>
      <p:sp>
        <p:nvSpPr>
          <p:cNvPr id="3" name="Text Placeholder 2">
            <a:extLst>
              <a:ext uri="{FF2B5EF4-FFF2-40B4-BE49-F238E27FC236}">
                <a16:creationId xmlns:a16="http://schemas.microsoft.com/office/drawing/2014/main" id="{86ADF76E-C2F6-758E-FD1D-D53C971F453D}"/>
              </a:ext>
            </a:extLst>
          </p:cNvPr>
          <p:cNvSpPr>
            <a:spLocks noGrp="1"/>
          </p:cNvSpPr>
          <p:nvPr>
            <p:ph type="body" idx="1"/>
          </p:nvPr>
        </p:nvSpPr>
        <p:spPr/>
        <p:txBody>
          <a:bodyPr/>
          <a:lstStyle/>
          <a:p>
            <a:r>
              <a:rPr lang="en-US" dirty="0"/>
              <a:t>Command Pattern</a:t>
            </a:r>
          </a:p>
        </p:txBody>
      </p:sp>
    </p:spTree>
    <p:extLst>
      <p:ext uri="{BB962C8B-B14F-4D97-AF65-F5344CB8AC3E}">
        <p14:creationId xmlns:p14="http://schemas.microsoft.com/office/powerpoint/2010/main" val="1225872576"/>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C0267-91EE-7742-956E-DA72A0550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5060F-34B8-3C4A-7FE8-705EF450C81C}"/>
              </a:ext>
            </a:extLst>
          </p:cNvPr>
          <p:cNvSpPr>
            <a:spLocks noGrp="1"/>
          </p:cNvSpPr>
          <p:nvPr>
            <p:ph type="title"/>
          </p:nvPr>
        </p:nvSpPr>
        <p:spPr/>
        <p:txBody>
          <a:bodyPr/>
          <a:lstStyle/>
          <a:p>
            <a:r>
              <a:rPr lang="en-US" dirty="0"/>
              <a:t>Implementing a Command Pattern in Code</a:t>
            </a:r>
          </a:p>
        </p:txBody>
      </p:sp>
      <p:sp>
        <p:nvSpPr>
          <p:cNvPr id="3" name="Text Placeholder 2">
            <a:extLst>
              <a:ext uri="{FF2B5EF4-FFF2-40B4-BE49-F238E27FC236}">
                <a16:creationId xmlns:a16="http://schemas.microsoft.com/office/drawing/2014/main" id="{A7AF38CE-111C-1C5A-8831-F17771B63CD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990887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12.jpeg"/></Relationships>
</file>

<file path=ppt/theme/_rels/them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image" Target="../media/image13.jpeg"/></Relationships>
</file>

<file path=ppt/theme/theme1.xml><?xml version="1.0" encoding="utf-8"?>
<a:theme xmlns:a="http://schemas.openxmlformats.org/drawingml/2006/main" name="Celestial">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3.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4.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5.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themeOverride>
</file>

<file path=ppt/theme/themeOverride2.xml><?xml version="1.0" encoding="utf-8"?>
<a:themeOverride xmlns:a="http://schemas.openxmlformats.org/drawingml/2006/main">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themeOverride>
</file>

<file path=ppt/theme/themeOverride3.xml><?xml version="1.0" encoding="utf-8"?>
<a:themeOverride xmlns:a="http://schemas.openxmlformats.org/drawingml/2006/main">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themeOverride>
</file>

<file path=ppt/theme/themeOverride4.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5.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6.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7.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8.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9.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0.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1.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2.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3.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4.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5.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6.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7.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8.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19.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0.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1.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2.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3.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4.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5.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6.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7.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8.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29.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0.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1.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2.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3.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4.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5.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6.xml><?xml version="1.0" encoding="utf-8"?>
<a:themeOverride xmlns:a="http://schemas.openxmlformats.org/drawingml/2006/main">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themeOverride>
</file>

<file path=ppt/theme/themeOverride37.xml><?xml version="1.0" encoding="utf-8"?>
<a:themeOverride xmlns:a="http://schemas.openxmlformats.org/drawingml/2006/main">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themeOverride>
</file>

<file path=docProps/app.xml><?xml version="1.0" encoding="utf-8"?>
<Properties xmlns="http://schemas.openxmlformats.org/officeDocument/2006/extended-properties" xmlns:vt="http://schemas.openxmlformats.org/officeDocument/2006/docPropsVTypes">
  <Template>Ion Boardroom</Template>
  <TotalTime>2886</TotalTime>
  <Words>6889</Words>
  <Application>Microsoft Office PowerPoint</Application>
  <PresentationFormat>Widescreen</PresentationFormat>
  <Paragraphs>927</Paragraphs>
  <Slides>275</Slides>
  <Notes>1</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275</vt:i4>
      </vt:variant>
    </vt:vector>
  </HeadingPairs>
  <TitlesOfParts>
    <vt:vector size="290" baseType="lpstr">
      <vt:lpstr>Arial</vt:lpstr>
      <vt:lpstr>Bookman Old Style</vt:lpstr>
      <vt:lpstr>Calibri</vt:lpstr>
      <vt:lpstr>Calibri Light</vt:lpstr>
      <vt:lpstr>Century Gothic</vt:lpstr>
      <vt:lpstr>Impact</vt:lpstr>
      <vt:lpstr>Nunito</vt:lpstr>
      <vt:lpstr>Rockwell</vt:lpstr>
      <vt:lpstr>Trebuchet MS</vt:lpstr>
      <vt:lpstr>Wingdings 3</vt:lpstr>
      <vt:lpstr>Celestial</vt:lpstr>
      <vt:lpstr>Ion</vt:lpstr>
      <vt:lpstr>Berlin</vt:lpstr>
      <vt:lpstr>Damask</vt:lpstr>
      <vt:lpstr>Main Event</vt:lpstr>
      <vt:lpstr>Links</vt:lpstr>
      <vt:lpstr>Design Patterns</vt:lpstr>
      <vt:lpstr>How I will present each design Pattern</vt:lpstr>
      <vt:lpstr>Week 2</vt:lpstr>
      <vt:lpstr>Singleton Design Pattern</vt:lpstr>
      <vt:lpstr>Singleton Prerequisite</vt:lpstr>
      <vt:lpstr>What is an IOC container</vt:lpstr>
      <vt:lpstr>IOC and Singleton</vt:lpstr>
      <vt:lpstr>Singleton Defined</vt:lpstr>
      <vt:lpstr>Gang of Four Definition</vt:lpstr>
      <vt:lpstr>Attributes of a singleton</vt:lpstr>
      <vt:lpstr>Elements of a Singleton</vt:lpstr>
      <vt:lpstr>Benefits of a Singelton Pattern</vt:lpstr>
      <vt:lpstr>Down sides of Singelton</vt:lpstr>
      <vt:lpstr>Relationship to Solid</vt:lpstr>
      <vt:lpstr>Singletons need help with SOLID</vt:lpstr>
      <vt:lpstr>Real World Scenarios</vt:lpstr>
      <vt:lpstr>What are some Scenarios where Singletons Might be Useful? </vt:lpstr>
      <vt:lpstr>Scenarios where Singletons are often Used</vt:lpstr>
      <vt:lpstr>Implementation</vt:lpstr>
      <vt:lpstr>Implementing a Singelton in Code</vt:lpstr>
      <vt:lpstr>Implementing a Singleton using IOC</vt:lpstr>
      <vt:lpstr>Factory Design Pattern</vt:lpstr>
      <vt:lpstr>Factory problem space</vt:lpstr>
      <vt:lpstr>What problems do factory methods Help Solve?</vt:lpstr>
      <vt:lpstr>Factory Defined</vt:lpstr>
      <vt:lpstr>Gang of Four Definition</vt:lpstr>
      <vt:lpstr>Attributes of a factory</vt:lpstr>
      <vt:lpstr>Elements of a Factory</vt:lpstr>
      <vt:lpstr>Benefits of a Factory Pattern</vt:lpstr>
      <vt:lpstr>Down sides of A factory</vt:lpstr>
      <vt:lpstr>Relationship to Solid</vt:lpstr>
      <vt:lpstr>Factory Method and S.O.L.I.D.</vt:lpstr>
      <vt:lpstr>Real World Scenarios</vt:lpstr>
      <vt:lpstr>What are some Scenarios where factories Might be Useful? </vt:lpstr>
      <vt:lpstr>Scenarios where Factories are often Used</vt:lpstr>
      <vt:lpstr>Implementation</vt:lpstr>
      <vt:lpstr>Implementing a Factory in Code</vt:lpstr>
      <vt:lpstr>Abstract Factory Design Pattern</vt:lpstr>
      <vt:lpstr>Abstract Factory problem space</vt:lpstr>
      <vt:lpstr>What problems does Abstract factory Help Solve</vt:lpstr>
      <vt:lpstr>Gang of Four Definition</vt:lpstr>
      <vt:lpstr>Attributes of an abstract factory</vt:lpstr>
      <vt:lpstr>Benefits of an abstract Factory Pattern</vt:lpstr>
      <vt:lpstr>Down sides of An abstract factory</vt:lpstr>
      <vt:lpstr>What are some Scenarios where abstract factories Might be Useful? </vt:lpstr>
      <vt:lpstr>Scenarios where abstract Factories are often Used</vt:lpstr>
      <vt:lpstr>Relationship to Solid</vt:lpstr>
      <vt:lpstr>Factory Method and S.O.L.I.D.</vt:lpstr>
      <vt:lpstr>Real World Scenarios</vt:lpstr>
      <vt:lpstr>Implementation</vt:lpstr>
      <vt:lpstr>Implementing an abstract factory in Code</vt:lpstr>
      <vt:lpstr>Week 3</vt:lpstr>
      <vt:lpstr>Enumerating Cases</vt:lpstr>
      <vt:lpstr>Commonality Variability Analysis</vt:lpstr>
      <vt:lpstr>What is Commonality Variablity Analysis</vt:lpstr>
      <vt:lpstr>How do we Apply Commonality Variability Analysis</vt:lpstr>
      <vt:lpstr>Commonality Variability with Magic</vt:lpstr>
      <vt:lpstr>PowerPoint Presentation</vt:lpstr>
      <vt:lpstr>Initial assessment (5 Min)</vt:lpstr>
      <vt:lpstr>Establish the Scope Take 10 Min</vt:lpstr>
      <vt:lpstr>Identify Commonalities / Variablities Setup (15 MIN)</vt:lpstr>
      <vt:lpstr>Determine what cards fit in which group (15 Min)</vt:lpstr>
      <vt:lpstr>Bound the Variabilites (10 Min)</vt:lpstr>
      <vt:lpstr>Exploit the Commonalities (On a white board Psudeo Code)</vt:lpstr>
      <vt:lpstr>Accommodate for the Variabilities (10 Min)</vt:lpstr>
      <vt:lpstr>State Design Pattern</vt:lpstr>
      <vt:lpstr>State problem space</vt:lpstr>
      <vt:lpstr>What problems does State Pattern Help Solve?</vt:lpstr>
      <vt:lpstr>State Pattern Defined</vt:lpstr>
      <vt:lpstr>Definition</vt:lpstr>
      <vt:lpstr>Attributes of a State Design Pattern</vt:lpstr>
      <vt:lpstr>Benefits of a State Design Pattern</vt:lpstr>
      <vt:lpstr>Down sides of A State Design Pattern</vt:lpstr>
      <vt:lpstr>Relationship to Solid</vt:lpstr>
      <vt:lpstr>State pattern and S.O.L.I.D.</vt:lpstr>
      <vt:lpstr>Real World Scenarios</vt:lpstr>
      <vt:lpstr>What are some Scenarios where The State Pattern Might be Useful? </vt:lpstr>
      <vt:lpstr>Scenarios where The State pattern is often Used</vt:lpstr>
      <vt:lpstr>Implementation</vt:lpstr>
      <vt:lpstr>Implementing a State Pattern in Code</vt:lpstr>
      <vt:lpstr>Week 4</vt:lpstr>
      <vt:lpstr>Design Pattern Break Down</vt:lpstr>
      <vt:lpstr>Layering</vt:lpstr>
      <vt:lpstr>Architecture Layers</vt:lpstr>
      <vt:lpstr>Software Design Patterns</vt:lpstr>
      <vt:lpstr>Network Protocol Layers</vt:lpstr>
      <vt:lpstr>Operating System Layers</vt:lpstr>
      <vt:lpstr>Security Layers</vt:lpstr>
      <vt:lpstr>Development Process Layers</vt:lpstr>
      <vt:lpstr>Virtualization Layers</vt:lpstr>
      <vt:lpstr>Microservices Architecture</vt:lpstr>
      <vt:lpstr>Cloud Computing Layers</vt:lpstr>
      <vt:lpstr>Why so many Layers in Software?</vt:lpstr>
      <vt:lpstr>Layering and S.O.L.I.D.</vt:lpstr>
      <vt:lpstr>Using Layers throughout your Code</vt:lpstr>
      <vt:lpstr>STRATEGY Design Pattern</vt:lpstr>
      <vt:lpstr>STRATEGY problem space</vt:lpstr>
      <vt:lpstr>What problems does STRATEGY Pattern Help Solve?</vt:lpstr>
      <vt:lpstr>Strategy Pattern Defined</vt:lpstr>
      <vt:lpstr>Gang of Four Definition</vt:lpstr>
      <vt:lpstr>Attributes of a Strategy Design Pattern</vt:lpstr>
      <vt:lpstr>Essential Elements</vt:lpstr>
      <vt:lpstr>Benefits of a Strategy Design Pattern</vt:lpstr>
      <vt:lpstr>Down sides of A Strategy Design Pattern</vt:lpstr>
      <vt:lpstr>Relationship to Solid</vt:lpstr>
      <vt:lpstr>Strategy pattern and S.O.L.I.D.</vt:lpstr>
      <vt:lpstr>Real World Scenarios</vt:lpstr>
      <vt:lpstr>What are some Scenarios where The Strategy Pattern Might be Useful? </vt:lpstr>
      <vt:lpstr>Scenarios where The Strategy pattern is often Used</vt:lpstr>
      <vt:lpstr>Haven’t I seen this somewhere before?</vt:lpstr>
      <vt:lpstr>Difference between State and Strategy</vt:lpstr>
      <vt:lpstr>Implementation</vt:lpstr>
      <vt:lpstr>Implementing a Strategy Pattern in Code</vt:lpstr>
      <vt:lpstr>Assignment Instruction Help</vt:lpstr>
      <vt:lpstr>Coding Kata</vt:lpstr>
      <vt:lpstr>Coding Kata Requirements</vt:lpstr>
      <vt:lpstr>Check In Demo</vt:lpstr>
      <vt:lpstr>Coding Kata Demo</vt:lpstr>
      <vt:lpstr>OBSERVER Design Pattern</vt:lpstr>
      <vt:lpstr>OBSERVER problem space</vt:lpstr>
      <vt:lpstr>What problems does OBSERVER Pattern Help Solve?</vt:lpstr>
      <vt:lpstr>OBSERVER Pattern Defined</vt:lpstr>
      <vt:lpstr>Gang of Four Definition</vt:lpstr>
      <vt:lpstr>Attributes of THE OBSERVER Design Pattern</vt:lpstr>
      <vt:lpstr>Elements of an Observer Pattern</vt:lpstr>
      <vt:lpstr>Benefits of a Observer Design Pattern</vt:lpstr>
      <vt:lpstr>Down sides of The Observer Design Pattern</vt:lpstr>
      <vt:lpstr>Relationship to Solid</vt:lpstr>
      <vt:lpstr>Observer pattern and S.O.L.I.D.</vt:lpstr>
      <vt:lpstr>Real World Scenarios</vt:lpstr>
      <vt:lpstr>What are some Scenarios where The OBSERVER Pattern Might be Useful? </vt:lpstr>
      <vt:lpstr>Scenarios where The OBSERVER pattern is often Used</vt:lpstr>
      <vt:lpstr>Implementation</vt:lpstr>
      <vt:lpstr>Implementing THE OBSERVER Pattern in Code</vt:lpstr>
      <vt:lpstr>Week 5</vt:lpstr>
      <vt:lpstr>Facade Design Pattern</vt:lpstr>
      <vt:lpstr>Facade problem space</vt:lpstr>
      <vt:lpstr>What problems does Facade Pattern Help Solve?</vt:lpstr>
      <vt:lpstr>Facade Pattern Defined</vt:lpstr>
      <vt:lpstr>Gang of Four Definition</vt:lpstr>
      <vt:lpstr>Attributes of a Facade Design Pattern</vt:lpstr>
      <vt:lpstr>Benefits of a Facade Design Pattern</vt:lpstr>
      <vt:lpstr>Down sides of A Facade Design Pattern</vt:lpstr>
      <vt:lpstr>Relationship to Solid</vt:lpstr>
      <vt:lpstr>Facade pattern and S.O.L.I.D.</vt:lpstr>
      <vt:lpstr>Real World Scenarios</vt:lpstr>
      <vt:lpstr>What are some Scenarios where The Facade Pattern Might be Useful? </vt:lpstr>
      <vt:lpstr>Scenarios where The Facade pattern is often Used</vt:lpstr>
      <vt:lpstr>Implementation</vt:lpstr>
      <vt:lpstr>Implementing a Facade Pattern in Code</vt:lpstr>
      <vt:lpstr>Adapter Design Pattern</vt:lpstr>
      <vt:lpstr>Adapter problem space</vt:lpstr>
      <vt:lpstr>What problems does Adapter Pattern Help Solve?</vt:lpstr>
      <vt:lpstr>Adapter Pattern Defined</vt:lpstr>
      <vt:lpstr>Gang of Four Definition</vt:lpstr>
      <vt:lpstr>Attributes of aN Adapter Design Pattern</vt:lpstr>
      <vt:lpstr>Benefits of an Adapter Design Pattern</vt:lpstr>
      <vt:lpstr>Down sides of An Adapter Design Pattern</vt:lpstr>
      <vt:lpstr>Relationship to Solid</vt:lpstr>
      <vt:lpstr>Adapter pattern and S.O.L.I.D.</vt:lpstr>
      <vt:lpstr>Real World Scenarios</vt:lpstr>
      <vt:lpstr>What are some Scenarios where The Adapter Pattern Might be Useful? </vt:lpstr>
      <vt:lpstr>Scenarios where The Adapter pattern is often Used</vt:lpstr>
      <vt:lpstr>Implementation</vt:lpstr>
      <vt:lpstr>Implementing An Adapter Pattern in Code</vt:lpstr>
      <vt:lpstr>Final Project</vt:lpstr>
      <vt:lpstr>Final Project Requirements</vt:lpstr>
      <vt:lpstr>Design Pattern Break Down</vt:lpstr>
      <vt:lpstr>Bridge Design Pattern</vt:lpstr>
      <vt:lpstr>Bridge problem space</vt:lpstr>
      <vt:lpstr>What problems does Bridge Pattern Help Solve?</vt:lpstr>
      <vt:lpstr>Bridge Pattern Defined</vt:lpstr>
      <vt:lpstr>Gang of Four Definition</vt:lpstr>
      <vt:lpstr>Attributes of The Bridge Design Pattern</vt:lpstr>
      <vt:lpstr>Benefits of a BRIDGE Design Pattern</vt:lpstr>
      <vt:lpstr>Down sides of THE Bridge Design Pattern</vt:lpstr>
      <vt:lpstr>Relationship to Solid</vt:lpstr>
      <vt:lpstr>BRIDGE pattern and S.O.L.I.D.</vt:lpstr>
      <vt:lpstr>Real World Scenarios</vt:lpstr>
      <vt:lpstr>What are some Scenarios where The BRIDGE Pattern Might be Useful? </vt:lpstr>
      <vt:lpstr>Scenarios where The BRIDGE pattern is often Used</vt:lpstr>
      <vt:lpstr>Implementation</vt:lpstr>
      <vt:lpstr>Implementing The Bridge Pattern in Code</vt:lpstr>
      <vt:lpstr>Iterator Design Pattern</vt:lpstr>
      <vt:lpstr>Iterator problem space</vt:lpstr>
      <vt:lpstr>What problems does Iterator Pattern Help Solve?</vt:lpstr>
      <vt:lpstr>Iterator Pattern Defined</vt:lpstr>
      <vt:lpstr>Gang of Four Definition</vt:lpstr>
      <vt:lpstr>Attributes of The Iterator Design Pattern</vt:lpstr>
      <vt:lpstr>Benefits of a Iterator Design Pattern</vt:lpstr>
      <vt:lpstr>Down sides of THE Iterator Design Pattern</vt:lpstr>
      <vt:lpstr>Relationship to Solid</vt:lpstr>
      <vt:lpstr>BRIDGE pattern and S.O.L.I.D.</vt:lpstr>
      <vt:lpstr>Real World Scenarios</vt:lpstr>
      <vt:lpstr>What are some Scenarios where The Iterator Pattern Might be Useful? </vt:lpstr>
      <vt:lpstr>Scenarios where The Iterator pattern is often Used</vt:lpstr>
      <vt:lpstr>Implementation</vt:lpstr>
      <vt:lpstr>Implementing The Iterator Pattern in Code</vt:lpstr>
      <vt:lpstr>Week 7</vt:lpstr>
      <vt:lpstr>Proxy Design Pattern</vt:lpstr>
      <vt:lpstr>Proxy problem space</vt:lpstr>
      <vt:lpstr>What problems does Proxy Pattern Help Solve?</vt:lpstr>
      <vt:lpstr>Proxy Pattern Defined</vt:lpstr>
      <vt:lpstr>Definition</vt:lpstr>
      <vt:lpstr>Elements of a Proxy Design Pattern</vt:lpstr>
      <vt:lpstr>Benefits of a Proxy Design Pattern</vt:lpstr>
      <vt:lpstr>Down sides of A Proxy Design Pattern</vt:lpstr>
      <vt:lpstr>Relationship to Solid</vt:lpstr>
      <vt:lpstr>Proxy pattern and S.O.L.I.D.</vt:lpstr>
      <vt:lpstr>Real World Scenarios</vt:lpstr>
      <vt:lpstr>What are some Scenarios where The Proxy Pattern Might be Useful? </vt:lpstr>
      <vt:lpstr>Scenarios where The Proxy pattern is often Used</vt:lpstr>
      <vt:lpstr>Implementation</vt:lpstr>
      <vt:lpstr>Implementing a Proxy Pattern in Code</vt:lpstr>
      <vt:lpstr>Flyweight Design Pattern</vt:lpstr>
      <vt:lpstr>Flyweight problem space</vt:lpstr>
      <vt:lpstr>What problems does Flyweight Pattern Help Solve?</vt:lpstr>
      <vt:lpstr>Flyweight Pattern Defined</vt:lpstr>
      <vt:lpstr>Definition</vt:lpstr>
      <vt:lpstr>Elements of a Flyweight Design Pattern</vt:lpstr>
      <vt:lpstr>Benefits of a Flyweight Design Pattern</vt:lpstr>
      <vt:lpstr>Down sides of A Flyweight Design Pattern</vt:lpstr>
      <vt:lpstr>Relationship to Solid</vt:lpstr>
      <vt:lpstr>Flyweight pattern and S.O.L.I.D.</vt:lpstr>
      <vt:lpstr>Real World Scenarios</vt:lpstr>
      <vt:lpstr>What are some Scenarios where The Flyweight Pattern Might be Useful? </vt:lpstr>
      <vt:lpstr>Scenarios where The Flyweight pattern is often Used</vt:lpstr>
      <vt:lpstr>Implementation</vt:lpstr>
      <vt:lpstr>Implementing a Flyweight Pattern in Code</vt:lpstr>
      <vt:lpstr>Decorator Design Pattern</vt:lpstr>
      <vt:lpstr>Decorator problem space</vt:lpstr>
      <vt:lpstr>What problems does Decorator Pattern Help Solve?</vt:lpstr>
      <vt:lpstr>Decorator Pattern Defined</vt:lpstr>
      <vt:lpstr>Definition</vt:lpstr>
      <vt:lpstr>Elements of a Decorator Design Pattern</vt:lpstr>
      <vt:lpstr>Benefits of a Decorator Design Pattern</vt:lpstr>
      <vt:lpstr>Down sides of A Decorator Design Pattern</vt:lpstr>
      <vt:lpstr>Relationship to Solid</vt:lpstr>
      <vt:lpstr>Decorator pattern and S.O.L.I.D.</vt:lpstr>
      <vt:lpstr>Real World Scenarios</vt:lpstr>
      <vt:lpstr>What are some Scenarios where The Decorator Pattern Might be Useful? </vt:lpstr>
      <vt:lpstr>Scenarios where The Decorator pattern is often Used</vt:lpstr>
      <vt:lpstr>Implementation</vt:lpstr>
      <vt:lpstr>Implementing a Decorator Pattern in Code</vt:lpstr>
      <vt:lpstr>Mediator Design Pattern</vt:lpstr>
      <vt:lpstr>Mediator problem space</vt:lpstr>
      <vt:lpstr>What problems does Mediator Pattern Help Solve?</vt:lpstr>
      <vt:lpstr>Mediator Pattern Defined</vt:lpstr>
      <vt:lpstr>Definition</vt:lpstr>
      <vt:lpstr>Elements of a Mediator Design Pattern</vt:lpstr>
      <vt:lpstr>Benefits of a Mediator Design Pattern</vt:lpstr>
      <vt:lpstr>Down sides of A mediator Design Pattern</vt:lpstr>
      <vt:lpstr>Relationship to Solid</vt:lpstr>
      <vt:lpstr>Mediator pattern and S.O.L.I.D.</vt:lpstr>
      <vt:lpstr>Real World Scenarios</vt:lpstr>
      <vt:lpstr>What are some Scenarios where The mediator Pattern Might be Useful? </vt:lpstr>
      <vt:lpstr>Scenarios where The Mediator pattern is often Used</vt:lpstr>
      <vt:lpstr>Implementation</vt:lpstr>
      <vt:lpstr>Implementing a Mediator Pattern in Code</vt:lpstr>
      <vt:lpstr>Command Design Pattern</vt:lpstr>
      <vt:lpstr>Command problem space</vt:lpstr>
      <vt:lpstr>What problems does Command Pattern Help Solve?</vt:lpstr>
      <vt:lpstr>Command Pattern Defined</vt:lpstr>
      <vt:lpstr>Definition</vt:lpstr>
      <vt:lpstr>Elements of a Command Design Pattern</vt:lpstr>
      <vt:lpstr>Benefits of a Command Design Pattern</vt:lpstr>
      <vt:lpstr>Down sides of A Command Design Pattern</vt:lpstr>
      <vt:lpstr>Relationship to Solid</vt:lpstr>
      <vt:lpstr>Mediator pattern and S.O.L.I.D.</vt:lpstr>
      <vt:lpstr>Real World Scenarios</vt:lpstr>
      <vt:lpstr>What are some Scenarios where The Command Pattern Might be Useful? </vt:lpstr>
      <vt:lpstr>Scenarios where The Command pattern is often Used</vt:lpstr>
      <vt:lpstr>Implementation</vt:lpstr>
      <vt:lpstr>Implementing a Command Pattern in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Jared Doerr</dc:creator>
  <cp:lastModifiedBy>Jared Doerr</cp:lastModifiedBy>
  <cp:revision>45</cp:revision>
  <dcterms:created xsi:type="dcterms:W3CDTF">2025-04-08T02:19:42Z</dcterms:created>
  <dcterms:modified xsi:type="dcterms:W3CDTF">2025-10-29T22:05:08Z</dcterms:modified>
</cp:coreProperties>
</file>